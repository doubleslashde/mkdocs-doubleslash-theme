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56" r:id="rId4"/>
  </p:sldMasterIdLst>
  <p:notesMasterIdLst>
    <p:notesMasterId r:id="rId21"/>
  </p:notesMasterIdLst>
  <p:handoutMasterIdLst>
    <p:handoutMasterId r:id="rId22"/>
  </p:handoutMasterIdLst>
  <p:sldIdLst>
    <p:sldId id="2147473524" r:id="rId5"/>
    <p:sldId id="2147473540" r:id="rId6"/>
    <p:sldId id="2147473541" r:id="rId7"/>
    <p:sldId id="2147473548" r:id="rId8"/>
    <p:sldId id="2147481325" r:id="rId9"/>
    <p:sldId id="2147481326" r:id="rId10"/>
    <p:sldId id="2147473544" r:id="rId11"/>
    <p:sldId id="2147481327" r:id="rId12"/>
    <p:sldId id="2147481328" r:id="rId13"/>
    <p:sldId id="2147473551" r:id="rId14"/>
    <p:sldId id="2147481329" r:id="rId15"/>
    <p:sldId id="2147481331" r:id="rId16"/>
    <p:sldId id="2147473552" r:id="rId17"/>
    <p:sldId id="2147481332" r:id="rId18"/>
    <p:sldId id="2147473553" r:id="rId19"/>
    <p:sldId id="2134805440" r:id="rId20"/>
  </p:sldIdLst>
  <p:sldSz cx="12192000" cy="6858000"/>
  <p:notesSz cx="6797675" cy="9926638"/>
  <p:embeddedFontLst>
    <p:embeddedFont>
      <p:font typeface="Arial Nova" panose="020B0504020202020204" pitchFamily="34" charset="0"/>
      <p:regular r:id="rId23"/>
      <p:bold r:id="rId24"/>
      <p:italic r:id="rId25"/>
      <p:boldItalic r:id="rId26"/>
    </p:embeddedFont>
    <p:embeddedFont>
      <p:font typeface="Arial Nova Light" panose="020B0304020202020204" pitchFamily="34" charset="0"/>
      <p:regular r:id="rId27"/>
      <p:italic r:id="rId28"/>
    </p:embeddedFont>
    <p:embeddedFont>
      <p:font typeface="Helvetica Neue Bold" panose="020B0604020202020204" charset="0"/>
      <p:boldItalic r:id="rId29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uideline" id="{BC76EDEB-AD63-BE4C-A271-AED199103F92}">
          <p14:sldIdLst>
            <p14:sldId id="2147473524"/>
          </p14:sldIdLst>
        </p14:section>
        <p14:section name="Startfolien" id="{48644F35-6981-1843-BE3E-719090419587}">
          <p14:sldIdLst>
            <p14:sldId id="2147473540"/>
          </p14:sldIdLst>
        </p14:section>
        <p14:section name="Agenda" id="{2839E981-689B-504C-B38A-B61C9DE8E6F1}">
          <p14:sldIdLst>
            <p14:sldId id="2147473541"/>
            <p14:sldId id="2147473548"/>
            <p14:sldId id="2147481325"/>
            <p14:sldId id="2147481326"/>
            <p14:sldId id="2147473544"/>
            <p14:sldId id="2147481327"/>
            <p14:sldId id="2147481328"/>
            <p14:sldId id="2147473551"/>
            <p14:sldId id="2147481329"/>
            <p14:sldId id="2147481331"/>
            <p14:sldId id="2147473552"/>
            <p14:sldId id="2147481332"/>
            <p14:sldId id="2147473553"/>
          </p14:sldIdLst>
        </p14:section>
        <p14:section name="Abschlussfolien" id="{12FF1100-0826-C849-9EE6-425EC35A80B0}">
          <p14:sldIdLst>
            <p14:sldId id="213480544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rad Krafft" initials="KK" lastIdx="24" clrIdx="0">
    <p:extLst>
      <p:ext uri="{19B8F6BF-5375-455C-9EA6-DF929625EA0E}">
        <p15:presenceInfo xmlns:p15="http://schemas.microsoft.com/office/powerpoint/2012/main" userId="652d105cb43375ba" providerId="Windows Live"/>
      </p:ext>
    </p:extLst>
  </p:cmAuthor>
  <p:cmAuthor id="2" name="Regina Bergstreiser" initials="RB" lastIdx="22" clrIdx="1">
    <p:extLst>
      <p:ext uri="{19B8F6BF-5375-455C-9EA6-DF929625EA0E}">
        <p15:presenceInfo xmlns:p15="http://schemas.microsoft.com/office/powerpoint/2012/main" userId="S-1-5-21-2961979803-2541966144-2313127908-13925" providerId="AD"/>
      </p:ext>
    </p:extLst>
  </p:cmAuthor>
  <p:cmAuthor id="3" name="Sandra Rueß" initials="SR" lastIdx="2" clrIdx="2">
    <p:extLst>
      <p:ext uri="{19B8F6BF-5375-455C-9EA6-DF929625EA0E}">
        <p15:presenceInfo xmlns:p15="http://schemas.microsoft.com/office/powerpoint/2012/main" userId="S-1-5-21-2961979803-2541966144-2313127908-379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F00"/>
    <a:srgbClr val="6B9714"/>
    <a:srgbClr val="00759E"/>
    <a:srgbClr val="6D6D6D"/>
    <a:srgbClr val="797979"/>
    <a:srgbClr val="32547B"/>
    <a:srgbClr val="D7E9F3"/>
    <a:srgbClr val="C6C6C6"/>
    <a:srgbClr val="505050"/>
    <a:srgbClr val="3253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unkle Formatvorlage 1 - Akz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6327" autoAdjust="0"/>
  </p:normalViewPr>
  <p:slideViewPr>
    <p:cSldViewPr snapToGrid="0">
      <p:cViewPr varScale="1">
        <p:scale>
          <a:sx n="120" d="100"/>
          <a:sy n="120" d="100"/>
        </p:scale>
        <p:origin x="114" y="3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194"/>
    </p:cViewPr>
  </p:sorterViewPr>
  <p:notesViewPr>
    <p:cSldViewPr snapToGrid="0" showGuides="1">
      <p:cViewPr varScale="1">
        <p:scale>
          <a:sx n="89" d="100"/>
          <a:sy n="89" d="100"/>
        </p:scale>
        <p:origin x="4496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commentAuthors" Target="comment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542CD71-1AEE-4203-8974-AEBC87834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Arial Nova Light" panose="020B0304020202020204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C76D4D2-DD1F-4045-94E5-0BC87E2F45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E7C46-583B-4A40-A655-D1A6CD7D8853}" type="datetimeFigureOut">
              <a:rPr lang="de-DE" smtClean="0">
                <a:latin typeface="Arial Nova Light" panose="020B0304020202020204" pitchFamily="34" charset="0"/>
              </a:rPr>
              <a:t>25.02.2026</a:t>
            </a:fld>
            <a:endParaRPr lang="de-DE" dirty="0">
              <a:latin typeface="Arial Nova Light" panose="020B030402020202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8DD62B-AEC5-42FD-A76A-51ADED5704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Arial Nova Light" panose="020B030402020202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7E453B0-23F3-4CF7-8254-A485E840A0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C78E3-2238-4AAA-AEEF-F554049C892C}" type="slidenum">
              <a:rPr lang="de-DE" smtClean="0">
                <a:latin typeface="Arial Nova Light" panose="020B0304020202020204" pitchFamily="34" charset="0"/>
              </a:rPr>
              <a:t>‹Nr.›</a:t>
            </a:fld>
            <a:endParaRPr lang="de-DE" dirty="0"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6811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Nova Light" panose="020B03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Nova Light" panose="020B0304020202020204" pitchFamily="34" charset="0"/>
              </a:defRPr>
            </a:lvl1pPr>
          </a:lstStyle>
          <a:p>
            <a:fld id="{CD1CA3DF-7939-4D50-9741-5B5203EB2428}" type="datetimeFigureOut">
              <a:rPr lang="de-DE" smtClean="0"/>
              <a:pPr/>
              <a:t>25.02.2026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Nova Light" panose="020B03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Nova Light" panose="020B0304020202020204" pitchFamily="34" charset="0"/>
              </a:defRPr>
            </a:lvl1pPr>
          </a:lstStyle>
          <a:p>
            <a:fld id="{101CDB64-0823-4B3F-9911-BF3D1B460FD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4244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Nova Light" panose="020B03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Nova Light" panose="020B03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Nova Light" panose="020B03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Nova Light" panose="020B03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Nova Light" panose="020B03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1CDB64-0823-4B3F-9911-BF3D1B460FD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913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1CDB64-0823-4B3F-9911-BF3D1B460FD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4924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2AE1B-82BC-4FE5-BEEC-139F2AAAAA3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7108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DDA87-DA97-C707-0614-8D29E2BF1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7639121-6722-FF62-E658-D9D6AA189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E64836C-2D4A-6E1A-ED30-0DCE496C4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CF940D-40D0-E35D-40A6-AC462807F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22AE1B-82BC-4FE5-BEEC-139F2AAAAA3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2150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22AE1B-82BC-4FE5-BEEC-139F2AAAAA3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7516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611AE-59B7-4291-CA11-F1A3FE79C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A99FFC2-D67F-C853-E9B4-670715962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E9222F9-567C-7EEC-5E72-0AAA00E87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0FA7C5-BDCF-0413-6CE3-5BF799676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22AE1B-82BC-4FE5-BEEC-139F2AAAAA3E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1626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1E8FB-95DF-B460-A4C7-F8C08EA85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84E25E3-E0BA-AF53-87DB-177BFC23B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DE24668-6B38-CD9C-C3C0-6DE80C430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6B8AFE-05FF-D7D4-7564-B7732794E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22AE1B-82BC-4FE5-BEEC-139F2AAAAA3E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3350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E96C5-96D5-FB73-3453-A1D4B2761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AEAC7D8-DBC8-3742-E05E-89FD270F6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B01B5C2-BBB1-E90B-78DF-8849AF8FA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16CCD5-671D-2351-505F-98CE1C09D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22AE1B-82BC-4FE5-BEEC-139F2AAAAA3E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2273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22AE1B-82BC-4FE5-BEEC-139F2AAAAA3E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1015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 (Original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7F83D03-2312-4F30-B9BF-8614DE2E1E1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effectLst>
            <a:outerShdw blurRad="355600" dist="101600" algn="ctr" rotWithShape="0">
              <a:schemeClr val="tx1">
                <a:alpha val="22000"/>
              </a:schemeClr>
            </a:outerShdw>
          </a:effectLst>
        </p:spPr>
        <p:txBody>
          <a:bodyPr anchor="ctr"/>
          <a:lstStyle>
            <a:lvl1pPr marL="0" indent="0" algn="l">
              <a:buNone/>
              <a:defRPr sz="1200">
                <a:latin typeface="Arial Nova Light" panose="020B0304020202020204" pitchFamily="34" charset="0"/>
                <a:sym typeface="Wingdings" panose="05000000000000000000" pitchFamily="2" charset="2"/>
              </a:defRPr>
            </a:lvl1pPr>
          </a:lstStyle>
          <a:p>
            <a:r>
              <a:rPr lang="de-DE" sz="1200" dirty="0">
                <a:latin typeface="Arial Nova Light" panose="020B0304020202020204" pitchFamily="34" charset="0"/>
              </a:rPr>
              <a:t>Bitte hier klicken, um ein Bild einzufügen 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453D8E30-9D7C-47C1-9159-8D19D2ED56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3677" y="1669669"/>
            <a:ext cx="2949557" cy="202674"/>
          </a:xfrm>
          <a:prstGeom prst="rect">
            <a:avLst/>
          </a:prstGeom>
        </p:spPr>
        <p:txBody>
          <a:bodyPr lIns="0" rIns="0" anchor="ctr"/>
          <a:lstStyle>
            <a:lvl1pPr marL="0" indent="0" algn="l">
              <a:buNone/>
              <a:defRPr sz="110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lang="de-DE" sz="1100" dirty="0"/>
              <a:t>&lt;Autor&gt;</a:t>
            </a:r>
            <a:endParaRPr lang="de-DE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0D696BA0-4EE7-43B1-B7E5-E88EEC4B5C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3506" y="4666305"/>
            <a:ext cx="5223380" cy="292100"/>
          </a:xfrm>
          <a:prstGeom prst="rect">
            <a:avLst/>
          </a:prstGeom>
        </p:spPr>
        <p:txBody>
          <a:bodyPr lIns="0" rIns="252000" anchor="ctr"/>
          <a:lstStyle>
            <a:lvl1pPr marL="0" indent="0">
              <a:buNone/>
              <a:defRPr lang="de-DE" sz="2000" kern="1200" dirty="0">
                <a:solidFill>
                  <a:schemeClr val="tx1"/>
                </a:solidFill>
                <a:latin typeface="Arial Nova Light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Hier Text einfügen …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493DBF75-F619-4AF1-AA7A-5FE92C5EE9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8201" y="5217663"/>
            <a:ext cx="5212493" cy="1164087"/>
          </a:xfrm>
          <a:prstGeom prst="rect">
            <a:avLst/>
          </a:prstGeom>
        </p:spPr>
        <p:txBody>
          <a:bodyPr lIns="0" rIns="252000" anchor="t"/>
          <a:lstStyle>
            <a:lvl1pPr marL="0" indent="0">
              <a:buNone/>
              <a:defRPr lang="de-DE" sz="3600" b="0" i="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Text einfügen …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E5BE6D8-4480-E6DD-0869-2949897E58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878" y="727956"/>
            <a:ext cx="1907483" cy="566810"/>
          </a:xfrm>
          <a:prstGeom prst="rect">
            <a:avLst/>
          </a:prstGeom>
        </p:spPr>
      </p:pic>
      <p:sp>
        <p:nvSpPr>
          <p:cNvPr id="3" name="Textplatzhalter 13">
            <a:extLst>
              <a:ext uri="{FF2B5EF4-FFF2-40B4-BE49-F238E27FC236}">
                <a16:creationId xmlns:a16="http://schemas.microsoft.com/office/drawing/2014/main" id="{6B2269D6-B8E2-40D4-8501-19ACD90E19C8}"/>
              </a:ext>
            </a:extLst>
          </p:cNvPr>
          <p:cNvSpPr txBox="1">
            <a:spLocks/>
          </p:cNvSpPr>
          <p:nvPr userDrawn="1"/>
        </p:nvSpPr>
        <p:spPr>
          <a:xfrm>
            <a:off x="883505" y="1669669"/>
            <a:ext cx="880172" cy="202674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D942A3-0179-1C4B-BA56-9021D22A6404}" type="datetime1">
              <a:rPr lang="de-DE" smtClean="0"/>
              <a:t>25.02.2026</a:t>
            </a:fld>
            <a:r>
              <a:rPr lang="de-DE" dirty="0"/>
              <a:t>   |</a:t>
            </a:r>
          </a:p>
        </p:txBody>
      </p:sp>
    </p:spTree>
    <p:extLst>
      <p:ext uri="{BB962C8B-B14F-4D97-AF65-F5344CB8AC3E}">
        <p14:creationId xmlns:p14="http://schemas.microsoft.com/office/powerpoint/2010/main" val="4285900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DA78E13-7AE7-25C9-7C1E-56112620A5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40062" y="2198532"/>
            <a:ext cx="6116631" cy="2640167"/>
          </a:xfrm>
        </p:spPr>
        <p:txBody>
          <a:bodyPr anchor="ctr"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Hier Text einfügen …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64B1262-030C-4019-8CF0-2DAE1AE6201D}"/>
              </a:ext>
            </a:extLst>
          </p:cNvPr>
          <p:cNvSpPr txBox="1"/>
          <p:nvPr userDrawn="1"/>
        </p:nvSpPr>
        <p:spPr>
          <a:xfrm>
            <a:off x="831856" y="3048520"/>
            <a:ext cx="1868615" cy="760959"/>
          </a:xfrm>
          <a:prstGeom prst="rect">
            <a:avLst/>
          </a:prstGeom>
          <a:noFill/>
          <a:ln>
            <a:noFill/>
          </a:ln>
        </p:spPr>
        <p:txBody>
          <a:bodyPr wrap="square" lIns="72000" tIns="72000" rIns="72000" bIns="72000" rtlCol="0">
            <a:spAutoFit/>
          </a:bodyPr>
          <a:lstStyle/>
          <a:p>
            <a:r>
              <a:rPr lang="de-DE" sz="4000" dirty="0">
                <a:latin typeface="Arial Nova Light" panose="020B0304020202020204" pitchFamily="34" charset="0"/>
              </a:rPr>
              <a:t>Agenda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9F990FA1-8891-4A7B-B343-E5CD31B3EC7C}"/>
              </a:ext>
            </a:extLst>
          </p:cNvPr>
          <p:cNvCxnSpPr>
            <a:cxnSpLocks/>
          </p:cNvCxnSpPr>
          <p:nvPr userDrawn="1"/>
        </p:nvCxnSpPr>
        <p:spPr>
          <a:xfrm>
            <a:off x="2922111" y="2198533"/>
            <a:ext cx="0" cy="26401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Foliennummernplatzhalter 2">
            <a:extLst>
              <a:ext uri="{FF2B5EF4-FFF2-40B4-BE49-F238E27FC236}">
                <a16:creationId xmlns:a16="http://schemas.microsoft.com/office/drawing/2014/main" id="{69358B5D-BFFD-5844-22C9-29515FC72252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44A8FEF-D6D8-F1C9-48E0-C740204967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580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6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 1 (Original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DA78E13-7AE7-25C9-7C1E-56112620A5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43751" y="2198532"/>
            <a:ext cx="4974721" cy="2640167"/>
          </a:xfrm>
        </p:spPr>
        <p:txBody>
          <a:bodyPr anchor="ctr"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Hier Text einfügen …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64B1262-030C-4019-8CF0-2DAE1AE6201D}"/>
              </a:ext>
            </a:extLst>
          </p:cNvPr>
          <p:cNvSpPr txBox="1"/>
          <p:nvPr userDrawn="1"/>
        </p:nvSpPr>
        <p:spPr>
          <a:xfrm>
            <a:off x="831856" y="3048520"/>
            <a:ext cx="1868615" cy="760959"/>
          </a:xfrm>
          <a:prstGeom prst="rect">
            <a:avLst/>
          </a:prstGeom>
          <a:noFill/>
          <a:ln>
            <a:noFill/>
          </a:ln>
        </p:spPr>
        <p:txBody>
          <a:bodyPr wrap="square" lIns="72000" tIns="72000" rIns="72000" bIns="72000" rtlCol="0">
            <a:spAutoFit/>
          </a:bodyPr>
          <a:lstStyle/>
          <a:p>
            <a:r>
              <a:rPr lang="de-DE" sz="4000" dirty="0">
                <a:latin typeface="Arial Nova Light" panose="020B0304020202020204" pitchFamily="34" charset="0"/>
              </a:rPr>
              <a:t>Agenda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9F990FA1-8891-4A7B-B343-E5CD31B3EC7C}"/>
              </a:ext>
            </a:extLst>
          </p:cNvPr>
          <p:cNvCxnSpPr>
            <a:cxnSpLocks/>
          </p:cNvCxnSpPr>
          <p:nvPr userDrawn="1"/>
        </p:nvCxnSpPr>
        <p:spPr>
          <a:xfrm>
            <a:off x="2922111" y="2198533"/>
            <a:ext cx="0" cy="26401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4E643C6-6005-4DEC-A2E7-A1554BD9B2B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340695" y="0"/>
            <a:ext cx="3851305" cy="6858000"/>
          </a:xfrm>
          <a:prstGeom prst="rect">
            <a:avLst/>
          </a:prstGeom>
          <a:effectLst>
            <a:outerShdw blurRad="355600" dist="101600" algn="ctr" rotWithShape="0">
              <a:schemeClr val="tx1">
                <a:alpha val="22000"/>
              </a:schemeClr>
            </a:outerShdw>
          </a:effectLst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r>
              <a:rPr lang="de-DE" dirty="0"/>
              <a:t>Bild einfügen -&gt;</a:t>
            </a:r>
          </a:p>
        </p:txBody>
      </p:sp>
      <p:sp>
        <p:nvSpPr>
          <p:cNvPr id="4" name="Foliennummernplatzhalter 2">
            <a:extLst>
              <a:ext uri="{FF2B5EF4-FFF2-40B4-BE49-F238E27FC236}">
                <a16:creationId xmlns:a16="http://schemas.microsoft.com/office/drawing/2014/main" id="{69358B5D-BFFD-5844-22C9-29515FC72252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44A8FEF-D6D8-F1C9-48E0-C740204967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510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 2 (Original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DA78E13-7AE7-25C9-7C1E-56112620A5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713" y="5036803"/>
            <a:ext cx="1765991" cy="859327"/>
          </a:xfrm>
        </p:spPr>
        <p:txBody>
          <a:bodyPr>
            <a:normAutofit/>
          </a:bodyPr>
          <a:lstStyle>
            <a:lvl1pPr marL="9525" indent="-9525" algn="ctr">
              <a:buNone/>
              <a:tabLst/>
              <a:defRPr sz="1600"/>
            </a:lvl1pPr>
          </a:lstStyle>
          <a:p>
            <a:pPr lvl="0"/>
            <a:r>
              <a:rPr lang="de-DE" dirty="0"/>
              <a:t>Punkt 1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4E643C6-6005-4DEC-A2E7-A1554BD9B2B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9763" y="0"/>
            <a:ext cx="12201764" cy="3220280"/>
          </a:xfrm>
          <a:prstGeom prst="rect">
            <a:avLst/>
          </a:prstGeom>
          <a:effectLst>
            <a:outerShdw blurRad="355600" dist="101600" algn="ctr" rotWithShape="0">
              <a:schemeClr val="tx1">
                <a:alpha val="22000"/>
              </a:schemeClr>
            </a:outerShdw>
          </a:effectLst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r>
              <a:rPr lang="de-DE" dirty="0"/>
              <a:t>Bild einfügen -&gt;</a:t>
            </a:r>
          </a:p>
        </p:txBody>
      </p:sp>
      <p:sp>
        <p:nvSpPr>
          <p:cNvPr id="4" name="Foliennummernplatzhalter 2">
            <a:extLst>
              <a:ext uri="{FF2B5EF4-FFF2-40B4-BE49-F238E27FC236}">
                <a16:creationId xmlns:a16="http://schemas.microsoft.com/office/drawing/2014/main" id="{69358B5D-BFFD-5844-22C9-29515FC72252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44A8FEF-D6D8-F1C9-48E0-C740204967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B95F8363-7B65-FB68-3811-77936D929F30}"/>
              </a:ext>
            </a:extLst>
          </p:cNvPr>
          <p:cNvSpPr txBox="1"/>
          <p:nvPr userDrawn="1"/>
        </p:nvSpPr>
        <p:spPr>
          <a:xfrm>
            <a:off x="874713" y="3637721"/>
            <a:ext cx="328295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de-DE" sz="2800" dirty="0">
                <a:latin typeface="Arial Nova Light" panose="020B0304020202020204" pitchFamily="34" charset="0"/>
              </a:rPr>
              <a:t>Agenda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BC46B6A-7001-16F3-E650-BCCE27766522}"/>
              </a:ext>
            </a:extLst>
          </p:cNvPr>
          <p:cNvSpPr txBox="1"/>
          <p:nvPr userDrawn="1"/>
        </p:nvSpPr>
        <p:spPr>
          <a:xfrm>
            <a:off x="1250813" y="4283765"/>
            <a:ext cx="1013791" cy="545516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algn="ctr"/>
            <a:r>
              <a:rPr lang="de-DE" sz="2600" dirty="0">
                <a:latin typeface="Arial Nova Light" panose="020B0304020202020204" pitchFamily="34" charset="0"/>
              </a:rPr>
              <a:t>01</a:t>
            </a: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117C9B3F-5085-7EB5-810E-4C88CE4B706D}"/>
              </a:ext>
            </a:extLst>
          </p:cNvPr>
          <p:cNvSpPr/>
          <p:nvPr userDrawn="1"/>
        </p:nvSpPr>
        <p:spPr>
          <a:xfrm>
            <a:off x="874713" y="4849255"/>
            <a:ext cx="1765991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Nova Light" panose="020B0304020202020204" pitchFamily="34" charset="0"/>
            </a:endParaRPr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A8AED0BF-851C-493F-4ACD-C0C00CDAA8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43838" y="5036803"/>
            <a:ext cx="1765991" cy="859327"/>
          </a:xfrm>
        </p:spPr>
        <p:txBody>
          <a:bodyPr>
            <a:normAutofit/>
          </a:bodyPr>
          <a:lstStyle>
            <a:lvl1pPr marL="9525" indent="-9525" algn="ctr">
              <a:buNone/>
              <a:tabLst/>
              <a:defRPr sz="1600"/>
            </a:lvl1pPr>
          </a:lstStyle>
          <a:p>
            <a:pPr lvl="0"/>
            <a:r>
              <a:rPr lang="de-DE" dirty="0"/>
              <a:t>Punkt 2</a:t>
            </a:r>
          </a:p>
        </p:txBody>
      </p:sp>
      <p:sp>
        <p:nvSpPr>
          <p:cNvPr id="27" name="Textplatzhalter 7">
            <a:extLst>
              <a:ext uri="{FF2B5EF4-FFF2-40B4-BE49-F238E27FC236}">
                <a16:creationId xmlns:a16="http://schemas.microsoft.com/office/drawing/2014/main" id="{BA049373-A13F-692F-A03B-B03A432B9F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12964" y="5051675"/>
            <a:ext cx="1765991" cy="859327"/>
          </a:xfrm>
        </p:spPr>
        <p:txBody>
          <a:bodyPr>
            <a:normAutofit/>
          </a:bodyPr>
          <a:lstStyle>
            <a:lvl1pPr marL="9525" indent="-9525" algn="ctr">
              <a:buNone/>
              <a:tabLst/>
              <a:defRPr sz="1600"/>
            </a:lvl1pPr>
          </a:lstStyle>
          <a:p>
            <a:pPr lvl="0"/>
            <a:r>
              <a:rPr lang="de-DE" dirty="0"/>
              <a:t>Punkt 3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ABB88570-CA8B-856D-D706-45E177CB03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82090" y="5036803"/>
            <a:ext cx="1765991" cy="859327"/>
          </a:xfrm>
        </p:spPr>
        <p:txBody>
          <a:bodyPr>
            <a:normAutofit/>
          </a:bodyPr>
          <a:lstStyle>
            <a:lvl1pPr marL="9525" indent="-9525" algn="ctr">
              <a:buNone/>
              <a:tabLst/>
              <a:defRPr sz="1600"/>
            </a:lvl1pPr>
          </a:lstStyle>
          <a:p>
            <a:pPr lvl="0"/>
            <a:r>
              <a:rPr lang="de-DE" dirty="0"/>
              <a:t>Punkt 4</a:t>
            </a:r>
          </a:p>
        </p:txBody>
      </p:sp>
      <p:sp>
        <p:nvSpPr>
          <p:cNvPr id="29" name="Textplatzhalter 7">
            <a:extLst>
              <a:ext uri="{FF2B5EF4-FFF2-40B4-BE49-F238E27FC236}">
                <a16:creationId xmlns:a16="http://schemas.microsoft.com/office/drawing/2014/main" id="{A8D01C67-FA5E-2B41-9FCC-C2EDAC93C0E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51215" y="5036803"/>
            <a:ext cx="1765991" cy="859327"/>
          </a:xfrm>
        </p:spPr>
        <p:txBody>
          <a:bodyPr>
            <a:normAutofit/>
          </a:bodyPr>
          <a:lstStyle>
            <a:lvl1pPr marL="9525" indent="-9525" algn="ctr">
              <a:buNone/>
              <a:tabLst/>
              <a:defRPr sz="1600"/>
            </a:lvl1pPr>
          </a:lstStyle>
          <a:p>
            <a:pPr lvl="0"/>
            <a:r>
              <a:rPr lang="de-DE" dirty="0"/>
              <a:t>Punkt 5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C4F1B771-6950-270F-C240-34BBF58E1394}"/>
              </a:ext>
            </a:extLst>
          </p:cNvPr>
          <p:cNvSpPr txBox="1"/>
          <p:nvPr userDrawn="1"/>
        </p:nvSpPr>
        <p:spPr>
          <a:xfrm>
            <a:off x="3419855" y="4283765"/>
            <a:ext cx="1013791" cy="545516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algn="ctr"/>
            <a:r>
              <a:rPr lang="de-DE" sz="2600" dirty="0">
                <a:latin typeface="Arial Nova Light" panose="020B0304020202020204" pitchFamily="34" charset="0"/>
              </a:rPr>
              <a:t>02</a:t>
            </a:r>
          </a:p>
        </p:txBody>
      </p:sp>
      <p:sp>
        <p:nvSpPr>
          <p:cNvPr id="31" name="Rectangle 22">
            <a:extLst>
              <a:ext uri="{FF2B5EF4-FFF2-40B4-BE49-F238E27FC236}">
                <a16:creationId xmlns:a16="http://schemas.microsoft.com/office/drawing/2014/main" id="{FC23541E-D194-9968-A1B0-CCC0F50AADED}"/>
              </a:ext>
            </a:extLst>
          </p:cNvPr>
          <p:cNvSpPr/>
          <p:nvPr userDrawn="1"/>
        </p:nvSpPr>
        <p:spPr>
          <a:xfrm>
            <a:off x="3043755" y="4849255"/>
            <a:ext cx="1765991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Nova Light" panose="020B0304020202020204" pitchFamily="34" charset="0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8FCC964-01DA-B369-A2F2-7488C4612699}"/>
              </a:ext>
            </a:extLst>
          </p:cNvPr>
          <p:cNvSpPr txBox="1"/>
          <p:nvPr userDrawn="1"/>
        </p:nvSpPr>
        <p:spPr>
          <a:xfrm>
            <a:off x="5588897" y="4283765"/>
            <a:ext cx="1013791" cy="545516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algn="ctr"/>
            <a:r>
              <a:rPr lang="de-DE" sz="2600" dirty="0">
                <a:latin typeface="Arial Nova Light" panose="020B0304020202020204" pitchFamily="34" charset="0"/>
              </a:rPr>
              <a:t>03</a:t>
            </a:r>
          </a:p>
        </p:txBody>
      </p:sp>
      <p:sp>
        <p:nvSpPr>
          <p:cNvPr id="33" name="Rectangle 22">
            <a:extLst>
              <a:ext uri="{FF2B5EF4-FFF2-40B4-BE49-F238E27FC236}">
                <a16:creationId xmlns:a16="http://schemas.microsoft.com/office/drawing/2014/main" id="{5721993C-4815-C6B4-E511-7F49E84AA343}"/>
              </a:ext>
            </a:extLst>
          </p:cNvPr>
          <p:cNvSpPr/>
          <p:nvPr userDrawn="1"/>
        </p:nvSpPr>
        <p:spPr>
          <a:xfrm>
            <a:off x="5212797" y="4849255"/>
            <a:ext cx="1765991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Nova Light" panose="020B0304020202020204" pitchFamily="34" charset="0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A830435A-279C-2D66-546E-3088CDC5A656}"/>
              </a:ext>
            </a:extLst>
          </p:cNvPr>
          <p:cNvSpPr txBox="1"/>
          <p:nvPr userDrawn="1"/>
        </p:nvSpPr>
        <p:spPr>
          <a:xfrm>
            <a:off x="7757939" y="4283765"/>
            <a:ext cx="1013791" cy="545516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algn="ctr"/>
            <a:r>
              <a:rPr lang="de-DE" sz="2600" dirty="0">
                <a:latin typeface="Arial Nova Light" panose="020B0304020202020204" pitchFamily="34" charset="0"/>
              </a:rPr>
              <a:t>04</a:t>
            </a:r>
          </a:p>
        </p:txBody>
      </p:sp>
      <p:sp>
        <p:nvSpPr>
          <p:cNvPr id="35" name="Rectangle 22">
            <a:extLst>
              <a:ext uri="{FF2B5EF4-FFF2-40B4-BE49-F238E27FC236}">
                <a16:creationId xmlns:a16="http://schemas.microsoft.com/office/drawing/2014/main" id="{4D51B28C-D8AB-D733-0E68-18DA449D155E}"/>
              </a:ext>
            </a:extLst>
          </p:cNvPr>
          <p:cNvSpPr/>
          <p:nvPr userDrawn="1"/>
        </p:nvSpPr>
        <p:spPr>
          <a:xfrm>
            <a:off x="7381839" y="4849255"/>
            <a:ext cx="1765991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Nova Light" panose="020B0304020202020204" pitchFamily="34" charset="0"/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A583E707-A287-0AD3-F650-1D743DA4595B}"/>
              </a:ext>
            </a:extLst>
          </p:cNvPr>
          <p:cNvSpPr txBox="1"/>
          <p:nvPr userDrawn="1"/>
        </p:nvSpPr>
        <p:spPr>
          <a:xfrm>
            <a:off x="9926980" y="4283765"/>
            <a:ext cx="1013791" cy="545516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algn="ctr"/>
            <a:r>
              <a:rPr lang="de-DE" sz="2600" dirty="0">
                <a:latin typeface="Arial Nova Light" panose="020B0304020202020204" pitchFamily="34" charset="0"/>
              </a:rPr>
              <a:t>05</a:t>
            </a:r>
          </a:p>
        </p:txBody>
      </p:sp>
      <p:sp>
        <p:nvSpPr>
          <p:cNvPr id="37" name="Rectangle 22">
            <a:extLst>
              <a:ext uri="{FF2B5EF4-FFF2-40B4-BE49-F238E27FC236}">
                <a16:creationId xmlns:a16="http://schemas.microsoft.com/office/drawing/2014/main" id="{659C6E78-87F8-32CF-9083-9E9CEFA49CF9}"/>
              </a:ext>
            </a:extLst>
          </p:cNvPr>
          <p:cNvSpPr/>
          <p:nvPr userDrawn="1"/>
        </p:nvSpPr>
        <p:spPr>
          <a:xfrm>
            <a:off x="9550880" y="4849255"/>
            <a:ext cx="1765991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6227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77BA7029-5E9C-DF9C-8C3A-1A3965EFB3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8922" y="3037694"/>
            <a:ext cx="3166399" cy="1367999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de-DE" dirty="0"/>
              <a:t>Kapitelüberschrift hier einfügen …</a:t>
            </a:r>
          </a:p>
        </p:txBody>
      </p:sp>
      <p:sp>
        <p:nvSpPr>
          <p:cNvPr id="4" name="Foliennummernplatzhalter 2">
            <a:extLst>
              <a:ext uri="{FF2B5EF4-FFF2-40B4-BE49-F238E27FC236}">
                <a16:creationId xmlns:a16="http://schemas.microsoft.com/office/drawing/2014/main" id="{69358B5D-BFFD-5844-22C9-29515FC72252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44A8FEF-D6D8-F1C9-48E0-C740204967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  <p:sp>
        <p:nvSpPr>
          <p:cNvPr id="5" name="Rectangle 22">
            <a:extLst>
              <a:ext uri="{FF2B5EF4-FFF2-40B4-BE49-F238E27FC236}">
                <a16:creationId xmlns:a16="http://schemas.microsoft.com/office/drawing/2014/main" id="{7CE3F683-3607-9B5A-B736-A7866479A415}"/>
              </a:ext>
            </a:extLst>
          </p:cNvPr>
          <p:cNvSpPr/>
          <p:nvPr userDrawn="1"/>
        </p:nvSpPr>
        <p:spPr>
          <a:xfrm rot="5400000">
            <a:off x="3257430" y="3712695"/>
            <a:ext cx="1368000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Nova Light" panose="020B0304020202020204" pitchFamily="34" charset="0"/>
            </a:endParaRP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6FC61DE-26F8-A530-BB31-5A13D1596B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08004" y="3331007"/>
            <a:ext cx="2355934" cy="781375"/>
          </a:xfrm>
        </p:spPr>
        <p:txBody>
          <a:bodyPr>
            <a:normAutofit/>
          </a:bodyPr>
          <a:lstStyle>
            <a:lvl1pPr marL="9525" indent="-9525" algn="r">
              <a:buNone/>
              <a:tabLst/>
              <a:defRPr sz="4000"/>
            </a:lvl1pPr>
          </a:lstStyle>
          <a:p>
            <a:pPr lvl="0"/>
            <a:r>
              <a:rPr lang="de-DE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65941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6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77BA7029-5E9C-DF9C-8C3A-1A3965EFB3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8922" y="3763924"/>
            <a:ext cx="6228479" cy="384082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Unterkapitel-Überschrift hier einfügen …</a:t>
            </a:r>
          </a:p>
        </p:txBody>
      </p:sp>
      <p:sp>
        <p:nvSpPr>
          <p:cNvPr id="4" name="Foliennummernplatzhalter 2">
            <a:extLst>
              <a:ext uri="{FF2B5EF4-FFF2-40B4-BE49-F238E27FC236}">
                <a16:creationId xmlns:a16="http://schemas.microsoft.com/office/drawing/2014/main" id="{69358B5D-BFFD-5844-22C9-29515FC72252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44A8FEF-D6D8-F1C9-48E0-C740204967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6FC61DE-26F8-A530-BB31-5A13D1596B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08004" y="3366631"/>
            <a:ext cx="2355934" cy="781375"/>
          </a:xfrm>
        </p:spPr>
        <p:txBody>
          <a:bodyPr>
            <a:normAutofit/>
          </a:bodyPr>
          <a:lstStyle>
            <a:lvl1pPr marL="9525" indent="-9525" algn="r">
              <a:buNone/>
              <a:tabLst/>
              <a:defRPr sz="4000"/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D78DEB-57A6-4BDD-79A0-B71855A878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9588" y="3298676"/>
            <a:ext cx="3698937" cy="306388"/>
          </a:xfrm>
        </p:spPr>
        <p:txBody>
          <a:bodyPr anchor="b">
            <a:noAutofit/>
          </a:bodyPr>
          <a:lstStyle>
            <a:lvl1pPr marL="9525" indent="-9525">
              <a:buNone/>
              <a:tabLst/>
              <a:defRPr sz="2000"/>
            </a:lvl1pPr>
          </a:lstStyle>
          <a:p>
            <a:pPr lvl="0"/>
            <a:r>
              <a:rPr lang="de-DE" dirty="0"/>
              <a:t>Kapitelüberschrift hier einfügen …</a:t>
            </a:r>
          </a:p>
        </p:txBody>
      </p:sp>
      <p:sp>
        <p:nvSpPr>
          <p:cNvPr id="7" name="Rectangle 22">
            <a:extLst>
              <a:ext uri="{FF2B5EF4-FFF2-40B4-BE49-F238E27FC236}">
                <a16:creationId xmlns:a16="http://schemas.microsoft.com/office/drawing/2014/main" id="{F0FC6429-472C-F3B9-1EC0-F77736A207CC}"/>
              </a:ext>
            </a:extLst>
          </p:cNvPr>
          <p:cNvSpPr/>
          <p:nvPr userDrawn="1"/>
        </p:nvSpPr>
        <p:spPr>
          <a:xfrm rot="5400000">
            <a:off x="3545097" y="3754924"/>
            <a:ext cx="792000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5697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2">
            <a:extLst>
              <a:ext uri="{FF2B5EF4-FFF2-40B4-BE49-F238E27FC236}">
                <a16:creationId xmlns:a16="http://schemas.microsoft.com/office/drawing/2014/main" id="{86BC44C5-A890-F76B-5883-ED1159E33328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AF52C08-609E-E498-5617-372D09C7DE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5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DA94F6B-2EEE-C184-CB3F-957C22760627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68A3CDD-BAF7-95B8-06E3-2E857085FD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713" y="728663"/>
            <a:ext cx="10442575" cy="5576887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Hier Text einfügen …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19ABF1F-8817-BFDB-51B5-BAB9CE2BC8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62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8A0D5-6274-6F1B-BD1D-759BAE76E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8266" y="709292"/>
            <a:ext cx="10442575" cy="528493"/>
          </a:xfrm>
        </p:spPr>
        <p:txBody>
          <a:bodyPr/>
          <a:lstStyle/>
          <a:p>
            <a:pPr lvl="0"/>
            <a:r>
              <a:rPr lang="de-DE" dirty="0"/>
              <a:t>Überschrift hier einfügen …</a:t>
            </a:r>
          </a:p>
        </p:txBody>
      </p:sp>
      <p:sp>
        <p:nvSpPr>
          <p:cNvPr id="4" name="Foliennummernplatzhalter 2">
            <a:extLst>
              <a:ext uri="{FF2B5EF4-FFF2-40B4-BE49-F238E27FC236}">
                <a16:creationId xmlns:a16="http://schemas.microsoft.com/office/drawing/2014/main" id="{171C4017-C4B5-E57D-1DEE-F6E577357547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ABE0AF6-D457-3909-6EF5-6A9D12E66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030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ullet Points (Original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BD2652E-96B7-5457-6CAA-5631052159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8266" y="1447799"/>
            <a:ext cx="10435468" cy="480678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Foliennummernplatzhalter 2">
            <a:extLst>
              <a:ext uri="{FF2B5EF4-FFF2-40B4-BE49-F238E27FC236}">
                <a16:creationId xmlns:a16="http://schemas.microsoft.com/office/drawing/2014/main" id="{5EDB9E78-1597-B4DA-05BC-FFD03B3D598C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DE4CB9C-13A2-A5FA-9488-79B4A8F8C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Überschrift hier einfügen …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FF0FD86-9EF3-1BE6-F802-5B9C306929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1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ist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2">
            <a:extLst>
              <a:ext uri="{FF2B5EF4-FFF2-40B4-BE49-F238E27FC236}">
                <a16:creationId xmlns:a16="http://schemas.microsoft.com/office/drawing/2014/main" id="{317B478F-7714-CE56-63A4-07E02A3F274E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437823B-3059-CE55-49EA-ADADC734A3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Überschrift hier einfügen …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E18A44A-91EF-E161-6AE9-ED438E48BF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7509" y="1447800"/>
            <a:ext cx="10446129" cy="4824412"/>
          </a:xfrm>
        </p:spPr>
        <p:txBody>
          <a:bodyPr/>
          <a:lstStyle>
            <a:lvl1pPr>
              <a:buFont typeface="+mj-lt"/>
              <a:buAutoNum type="arabicPeriod"/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2BA50F5-BC82-4C3E-1002-F9A1AA425B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25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594DC39-F0DB-8F4A-B67D-3052AEABC4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710" y="1447800"/>
            <a:ext cx="10442575" cy="4807084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Hier Text einfügen …</a:t>
            </a:r>
          </a:p>
        </p:txBody>
      </p:sp>
      <p:sp>
        <p:nvSpPr>
          <p:cNvPr id="5" name="Foliennummernplatzhalter 2">
            <a:extLst>
              <a:ext uri="{FF2B5EF4-FFF2-40B4-BE49-F238E27FC236}">
                <a16:creationId xmlns:a16="http://schemas.microsoft.com/office/drawing/2014/main" id="{3A2285D8-B663-B90F-F8C1-102B1F1B9628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38847D4-91E6-29CF-3CFA-0933430C7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Überschrift hier einfügen …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FB6E008-6C49-5DBF-C285-92CF57A69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149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ext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B37BDD2B-8A4B-8A75-7DCB-0D5EC39F9D0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73552" y="1893628"/>
            <a:ext cx="1390199" cy="1387847"/>
          </a:xfrm>
          <a:prstGeom prst="ellipse">
            <a:avLst/>
          </a:prstGeom>
          <a:solidFill>
            <a:srgbClr val="00A5E1"/>
          </a:solidFill>
          <a:ln>
            <a:noFill/>
          </a:ln>
          <a:effectLst>
            <a:outerShdw blurRad="254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>
              <a:buNone/>
              <a:defRPr lang="de-DE" sz="14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de-DE" dirty="0"/>
              <a:t>SVG Icon</a:t>
            </a:r>
          </a:p>
        </p:txBody>
      </p:sp>
      <p:sp>
        <p:nvSpPr>
          <p:cNvPr id="38" name="Bildplatzhalter 18">
            <a:extLst>
              <a:ext uri="{FF2B5EF4-FFF2-40B4-BE49-F238E27FC236}">
                <a16:creationId xmlns:a16="http://schemas.microsoft.com/office/drawing/2014/main" id="{F5A0BE67-F2EA-DCC5-BC13-D4378AB42F2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35589" y="1893628"/>
            <a:ext cx="1390199" cy="1387847"/>
          </a:xfrm>
          <a:prstGeom prst="ellipse">
            <a:avLst/>
          </a:prstGeom>
          <a:solidFill>
            <a:srgbClr val="00A5E1"/>
          </a:solidFill>
          <a:ln>
            <a:noFill/>
          </a:ln>
          <a:effectLst>
            <a:outerShdw blurRad="254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>
              <a:buNone/>
              <a:defRPr lang="de-DE" sz="14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de-DE" dirty="0"/>
              <a:t>SVG Icon</a:t>
            </a:r>
          </a:p>
        </p:txBody>
      </p:sp>
      <p:sp>
        <p:nvSpPr>
          <p:cNvPr id="41" name="Bildplatzhalter 18">
            <a:extLst>
              <a:ext uri="{FF2B5EF4-FFF2-40B4-BE49-F238E27FC236}">
                <a16:creationId xmlns:a16="http://schemas.microsoft.com/office/drawing/2014/main" id="{55BF38F2-47F4-C591-230E-AD8C1E70430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414046" y="1893628"/>
            <a:ext cx="1390199" cy="1387847"/>
          </a:xfrm>
          <a:prstGeom prst="ellipse">
            <a:avLst/>
          </a:prstGeom>
          <a:solidFill>
            <a:srgbClr val="00A5E1"/>
          </a:solidFill>
          <a:ln>
            <a:noFill/>
          </a:ln>
          <a:effectLst>
            <a:outerShdw blurRad="254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>
              <a:buNone/>
              <a:defRPr lang="de-DE" sz="14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de-DE" dirty="0"/>
              <a:t>SVG Icon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38847D4-91E6-29CF-3CFA-0933430C7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Überschrift hier einfügen …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594DC39-F0DB-8F4A-B67D-3052AEABC4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4651" y="4143444"/>
            <a:ext cx="3168000" cy="2111440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Hier Text einfügen …</a:t>
            </a:r>
          </a:p>
        </p:txBody>
      </p:sp>
      <p:sp>
        <p:nvSpPr>
          <p:cNvPr id="5" name="Foliennummernplatzhalter 2">
            <a:extLst>
              <a:ext uri="{FF2B5EF4-FFF2-40B4-BE49-F238E27FC236}">
                <a16:creationId xmlns:a16="http://schemas.microsoft.com/office/drawing/2014/main" id="{3A2285D8-B663-B90F-F8C1-102B1F1B9628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FB6E008-6C49-5DBF-C285-92CF57A69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8330F2AD-1A2F-0B07-8B25-1B1C88622C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2969" y="3560065"/>
            <a:ext cx="3168000" cy="294820"/>
          </a:xfrm>
        </p:spPr>
        <p:txBody>
          <a:bodyPr>
            <a:normAutofit/>
          </a:bodyPr>
          <a:lstStyle>
            <a:lvl1pPr marL="9525" indent="-9525" algn="ctr">
              <a:buNone/>
              <a:tabLst/>
              <a:defRPr sz="2000">
                <a:latin typeface="Arial Nova" panose="020B0504020202020204" pitchFamily="34" charset="0"/>
              </a:defRPr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36" name="Textplatzhalter 10">
            <a:extLst>
              <a:ext uri="{FF2B5EF4-FFF2-40B4-BE49-F238E27FC236}">
                <a16:creationId xmlns:a16="http://schemas.microsoft.com/office/drawing/2014/main" id="{411AF6FD-61C9-72EE-071D-A6F1D81AB0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46688" y="4143444"/>
            <a:ext cx="3168000" cy="2111440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Hier Text einfügen …</a:t>
            </a:r>
          </a:p>
        </p:txBody>
      </p:sp>
      <p:sp>
        <p:nvSpPr>
          <p:cNvPr id="37" name="Textplatzhalter 10">
            <a:extLst>
              <a:ext uri="{FF2B5EF4-FFF2-40B4-BE49-F238E27FC236}">
                <a16:creationId xmlns:a16="http://schemas.microsoft.com/office/drawing/2014/main" id="{D93BE100-60EA-3A48-5EA8-2C430CDE42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55006" y="3560065"/>
            <a:ext cx="3168000" cy="294820"/>
          </a:xfrm>
        </p:spPr>
        <p:txBody>
          <a:bodyPr>
            <a:normAutofit/>
          </a:bodyPr>
          <a:lstStyle>
            <a:lvl1pPr marL="9525" indent="-9525" algn="ctr">
              <a:buNone/>
              <a:tabLst/>
              <a:defRPr sz="2000">
                <a:latin typeface="Arial Nova" panose="020B0504020202020204" pitchFamily="34" charset="0"/>
              </a:defRPr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39" name="Textplatzhalter 10">
            <a:extLst>
              <a:ext uri="{FF2B5EF4-FFF2-40B4-BE49-F238E27FC236}">
                <a16:creationId xmlns:a16="http://schemas.microsoft.com/office/drawing/2014/main" id="{2A736EBA-2B98-4486-3E42-E1ABD6FC9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25145" y="4143444"/>
            <a:ext cx="3168000" cy="2111440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Hier Text einfügen …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27581F54-4F89-0F8F-B445-E7EC080BBE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25145" y="3560065"/>
            <a:ext cx="3168000" cy="294820"/>
          </a:xfrm>
        </p:spPr>
        <p:txBody>
          <a:bodyPr>
            <a:normAutofit/>
          </a:bodyPr>
          <a:lstStyle>
            <a:lvl1pPr marL="9525" indent="-9525" algn="ctr">
              <a:buNone/>
              <a:tabLst/>
              <a:defRPr sz="2000">
                <a:latin typeface="Arial Nova" panose="020B0504020202020204" pitchFamily="34" charset="0"/>
              </a:defRPr>
            </a:lvl1pPr>
          </a:lstStyle>
          <a:p>
            <a:pPr lvl="0"/>
            <a:r>
              <a:rPr lang="de-DE" dirty="0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1012906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with Ic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B37BDD2B-8A4B-8A75-7DCB-0D5EC39F9D0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2969" y="1914149"/>
            <a:ext cx="1207286" cy="1207286"/>
          </a:xfrm>
          <a:prstGeom prst="ellipse">
            <a:avLst/>
          </a:prstGeom>
          <a:solidFill>
            <a:srgbClr val="00A5E1"/>
          </a:solidFill>
          <a:ln>
            <a:noFill/>
          </a:ln>
          <a:effectLst>
            <a:outerShdw blurRad="254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>
              <a:buNone/>
              <a:defRPr lang="de-DE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de-DE" dirty="0"/>
              <a:t>SVG Icon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38847D4-91E6-29CF-3CFA-0933430C7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Überschrift hier einfügen …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594DC39-F0DB-8F4A-B67D-3052AEABC4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79284" y="2330188"/>
            <a:ext cx="3111466" cy="879740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Hier Text einfügen …</a:t>
            </a:r>
          </a:p>
        </p:txBody>
      </p:sp>
      <p:sp>
        <p:nvSpPr>
          <p:cNvPr id="5" name="Foliennummernplatzhalter 2">
            <a:extLst>
              <a:ext uri="{FF2B5EF4-FFF2-40B4-BE49-F238E27FC236}">
                <a16:creationId xmlns:a16="http://schemas.microsoft.com/office/drawing/2014/main" id="{3A2285D8-B663-B90F-F8C1-102B1F1B9628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FB6E008-6C49-5DBF-C285-92CF57A69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8330F2AD-1A2F-0B07-8B25-1B1C88622C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85493" y="1806339"/>
            <a:ext cx="3111466" cy="294820"/>
          </a:xfrm>
        </p:spPr>
        <p:txBody>
          <a:bodyPr>
            <a:normAutofit/>
          </a:bodyPr>
          <a:lstStyle>
            <a:lvl1pPr marL="9525" indent="-9525" algn="l">
              <a:buNone/>
              <a:tabLst/>
              <a:defRPr sz="1800">
                <a:latin typeface="Arial Nova" panose="020B0504020202020204" pitchFamily="34" charset="0"/>
              </a:defRPr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20" name="Bildplatzhalter 18">
            <a:extLst>
              <a:ext uri="{FF2B5EF4-FFF2-40B4-BE49-F238E27FC236}">
                <a16:creationId xmlns:a16="http://schemas.microsoft.com/office/drawing/2014/main" id="{A35F010A-B4DF-511B-BDE8-F882D91FC8D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2969" y="4205505"/>
            <a:ext cx="1207286" cy="1207286"/>
          </a:xfrm>
          <a:prstGeom prst="ellipse">
            <a:avLst/>
          </a:prstGeom>
          <a:solidFill>
            <a:srgbClr val="00A5E1"/>
          </a:solidFill>
          <a:ln>
            <a:noFill/>
          </a:ln>
          <a:effectLst>
            <a:outerShdw blurRad="254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>
              <a:buNone/>
              <a:defRPr lang="de-DE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de-DE" dirty="0"/>
              <a:t>SVG Icon</a:t>
            </a:r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4D37A790-A1F4-3F69-C56F-AF5A22F840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9284" y="4621544"/>
            <a:ext cx="3111466" cy="879740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Hier Text einfügen …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00FCF8D6-131A-6D4A-A99C-8FB8AA4EE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85493" y="4097695"/>
            <a:ext cx="3111466" cy="294820"/>
          </a:xfrm>
        </p:spPr>
        <p:txBody>
          <a:bodyPr>
            <a:normAutofit/>
          </a:bodyPr>
          <a:lstStyle>
            <a:lvl1pPr marL="9525" indent="-9525" algn="l">
              <a:buNone/>
              <a:tabLst/>
              <a:defRPr sz="1800">
                <a:latin typeface="Arial Nova" panose="020B0504020202020204" pitchFamily="34" charset="0"/>
              </a:defRPr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23" name="Bildplatzhalter 18">
            <a:extLst>
              <a:ext uri="{FF2B5EF4-FFF2-40B4-BE49-F238E27FC236}">
                <a16:creationId xmlns:a16="http://schemas.microsoft.com/office/drawing/2014/main" id="{2A59FEE7-4E37-13A3-C7BF-050591A2421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02923" y="1914149"/>
            <a:ext cx="1207286" cy="1207286"/>
          </a:xfrm>
          <a:prstGeom prst="ellipse">
            <a:avLst/>
          </a:prstGeom>
          <a:solidFill>
            <a:srgbClr val="00A5E1"/>
          </a:solidFill>
          <a:ln>
            <a:noFill/>
          </a:ln>
          <a:effectLst>
            <a:outerShdw blurRad="254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>
              <a:buNone/>
              <a:defRPr lang="de-DE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de-DE" dirty="0"/>
              <a:t>SVG Icon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0911F42B-CA0F-E988-6162-0BBB57E9465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89238" y="2330188"/>
            <a:ext cx="3111466" cy="879740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Hier Text einfügen …</a:t>
            </a:r>
          </a:p>
        </p:txBody>
      </p:sp>
      <p:sp>
        <p:nvSpPr>
          <p:cNvPr id="25" name="Textplatzhalter 10">
            <a:extLst>
              <a:ext uri="{FF2B5EF4-FFF2-40B4-BE49-F238E27FC236}">
                <a16:creationId xmlns:a16="http://schemas.microsoft.com/office/drawing/2014/main" id="{3EFAD410-CD7A-0DB0-85F8-BC0F32D6118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95447" y="1806339"/>
            <a:ext cx="3111466" cy="294820"/>
          </a:xfrm>
        </p:spPr>
        <p:txBody>
          <a:bodyPr>
            <a:normAutofit/>
          </a:bodyPr>
          <a:lstStyle>
            <a:lvl1pPr marL="9525" indent="-9525" algn="l">
              <a:buNone/>
              <a:tabLst/>
              <a:defRPr sz="1800">
                <a:latin typeface="Arial Nova" panose="020B0504020202020204" pitchFamily="34" charset="0"/>
              </a:defRPr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26" name="Bildplatzhalter 18">
            <a:extLst>
              <a:ext uri="{FF2B5EF4-FFF2-40B4-BE49-F238E27FC236}">
                <a16:creationId xmlns:a16="http://schemas.microsoft.com/office/drawing/2014/main" id="{1AE4421B-C28B-0014-F06C-5E4D9A8B90B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02923" y="4205505"/>
            <a:ext cx="1207286" cy="1207286"/>
          </a:xfrm>
          <a:prstGeom prst="ellipse">
            <a:avLst/>
          </a:prstGeom>
          <a:solidFill>
            <a:srgbClr val="00A5E1"/>
          </a:solidFill>
          <a:ln>
            <a:noFill/>
          </a:ln>
          <a:effectLst>
            <a:outerShdw blurRad="254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>
              <a:buNone/>
              <a:defRPr lang="de-DE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de-DE" dirty="0"/>
              <a:t>SVG Icon</a:t>
            </a:r>
          </a:p>
        </p:txBody>
      </p:sp>
      <p:sp>
        <p:nvSpPr>
          <p:cNvPr id="27" name="Textplatzhalter 10">
            <a:extLst>
              <a:ext uri="{FF2B5EF4-FFF2-40B4-BE49-F238E27FC236}">
                <a16:creationId xmlns:a16="http://schemas.microsoft.com/office/drawing/2014/main" id="{A894FDF5-9064-2EB3-7725-03D4E77A91B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89238" y="4621544"/>
            <a:ext cx="3111466" cy="879740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Hier Text einfügen …</a:t>
            </a:r>
          </a:p>
        </p:txBody>
      </p:sp>
      <p:sp>
        <p:nvSpPr>
          <p:cNvPr id="28" name="Textplatzhalter 10">
            <a:extLst>
              <a:ext uri="{FF2B5EF4-FFF2-40B4-BE49-F238E27FC236}">
                <a16:creationId xmlns:a16="http://schemas.microsoft.com/office/drawing/2014/main" id="{9C8CD511-E093-6F64-03CD-1B5BE463A28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95447" y="4097695"/>
            <a:ext cx="3111466" cy="294820"/>
          </a:xfrm>
        </p:spPr>
        <p:txBody>
          <a:bodyPr>
            <a:normAutofit/>
          </a:bodyPr>
          <a:lstStyle>
            <a:lvl1pPr marL="9525" indent="-9525" algn="l">
              <a:buNone/>
              <a:tabLst/>
              <a:defRPr sz="1800">
                <a:latin typeface="Arial Nova" panose="020B0504020202020204" pitchFamily="34" charset="0"/>
              </a:defRPr>
            </a:lvl1pPr>
          </a:lstStyle>
          <a:p>
            <a:pPr lvl="0"/>
            <a:r>
              <a:rPr lang="de-DE" dirty="0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2681793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ext Box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bgerundetes Rechteck 25">
            <a:extLst>
              <a:ext uri="{FF2B5EF4-FFF2-40B4-BE49-F238E27FC236}">
                <a16:creationId xmlns:a16="http://schemas.microsoft.com/office/drawing/2014/main" id="{531BA3A7-6F70-105B-69AF-54900B27B171}"/>
              </a:ext>
            </a:extLst>
          </p:cNvPr>
          <p:cNvSpPr/>
          <p:nvPr userDrawn="1"/>
        </p:nvSpPr>
        <p:spPr>
          <a:xfrm>
            <a:off x="877050" y="1501562"/>
            <a:ext cx="3198524" cy="4627770"/>
          </a:xfrm>
          <a:prstGeom prst="roundRect">
            <a:avLst>
              <a:gd name="adj" fmla="val 4671"/>
            </a:avLst>
          </a:prstGeom>
          <a:solidFill>
            <a:schemeClr val="bg1"/>
          </a:solidFill>
          <a:ln w="12700">
            <a:miter lim="400000"/>
          </a:ln>
          <a:effectLst>
            <a:outerShdw blurRad="254000" rotWithShape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600">
                <a:solidFill>
                  <a:schemeClr val="accent3">
                    <a:lumOff val="6274"/>
                  </a:schemeClr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6B075ED9-AAB6-0A0A-FDDE-58444B6F607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77052" y="1501561"/>
            <a:ext cx="3198521" cy="1957601"/>
          </a:xfrm>
          <a:prstGeom prst="round2SameRect">
            <a:avLst>
              <a:gd name="adj1" fmla="val 6629"/>
              <a:gd name="adj2" fmla="val 0"/>
            </a:avLst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38847D4-91E6-29CF-3CFA-0933430C7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Überschrift hier einfügen …</a:t>
            </a:r>
          </a:p>
        </p:txBody>
      </p:sp>
      <p:sp>
        <p:nvSpPr>
          <p:cNvPr id="5" name="Foliennummernplatzhalter 2">
            <a:extLst>
              <a:ext uri="{FF2B5EF4-FFF2-40B4-BE49-F238E27FC236}">
                <a16:creationId xmlns:a16="http://schemas.microsoft.com/office/drawing/2014/main" id="{3A2285D8-B663-B90F-F8C1-102B1F1B9628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FB6E008-6C49-5DBF-C285-92CF57A69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FD94889B-436B-6AB3-68F6-FFBCE83195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8122" y="3627007"/>
            <a:ext cx="2896380" cy="256224"/>
          </a:xfrm>
        </p:spPr>
        <p:txBody>
          <a:bodyPr>
            <a:noAutofit/>
          </a:bodyPr>
          <a:lstStyle>
            <a:lvl1pPr marL="9525" indent="-9525" algn="l">
              <a:buNone/>
              <a:tabLst/>
              <a:defRPr sz="1600">
                <a:solidFill>
                  <a:schemeClr val="tx1"/>
                </a:solidFill>
                <a:latin typeface="Arial Nova" panose="020B0504020202020204" pitchFamily="34" charset="0"/>
              </a:defRPr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1A5D0E96-A296-5776-02B3-71564A63B3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27718" y="4039974"/>
            <a:ext cx="2897188" cy="195760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Hier Text einfügen …</a:t>
            </a: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D6368D2A-F5CD-FD7A-9C79-089D44493A32}"/>
              </a:ext>
            </a:extLst>
          </p:cNvPr>
          <p:cNvSpPr/>
          <p:nvPr userDrawn="1"/>
        </p:nvSpPr>
        <p:spPr>
          <a:xfrm>
            <a:off x="8120998" y="1501562"/>
            <a:ext cx="3198524" cy="4627770"/>
          </a:xfrm>
          <a:prstGeom prst="roundRect">
            <a:avLst>
              <a:gd name="adj" fmla="val 4671"/>
            </a:avLst>
          </a:prstGeom>
          <a:solidFill>
            <a:schemeClr val="bg1"/>
          </a:solidFill>
          <a:ln w="12700">
            <a:miter lim="400000"/>
          </a:ln>
          <a:effectLst>
            <a:outerShdw blurRad="254000" rotWithShape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600">
                <a:solidFill>
                  <a:schemeClr val="accent3">
                    <a:lumOff val="6274"/>
                  </a:schemeClr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" name="Bildplatzhalter 24">
            <a:extLst>
              <a:ext uri="{FF2B5EF4-FFF2-40B4-BE49-F238E27FC236}">
                <a16:creationId xmlns:a16="http://schemas.microsoft.com/office/drawing/2014/main" id="{A368C917-9CFA-49FD-995F-F76B13E474E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121000" y="1501561"/>
            <a:ext cx="3198521" cy="1957601"/>
          </a:xfrm>
          <a:prstGeom prst="round2SameRect">
            <a:avLst>
              <a:gd name="adj1" fmla="val 6629"/>
              <a:gd name="adj2" fmla="val 0"/>
            </a:avLst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1" name="Textplatzhalter 10">
            <a:extLst>
              <a:ext uri="{FF2B5EF4-FFF2-40B4-BE49-F238E27FC236}">
                <a16:creationId xmlns:a16="http://schemas.microsoft.com/office/drawing/2014/main" id="{24847701-898C-433B-72D4-E223A62573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72070" y="3627007"/>
            <a:ext cx="2896380" cy="256224"/>
          </a:xfrm>
        </p:spPr>
        <p:txBody>
          <a:bodyPr>
            <a:noAutofit/>
          </a:bodyPr>
          <a:lstStyle>
            <a:lvl1pPr marL="9525" indent="-9525" algn="l">
              <a:buNone/>
              <a:tabLst/>
              <a:defRPr sz="1600">
                <a:solidFill>
                  <a:schemeClr val="tx1"/>
                </a:solidFill>
                <a:latin typeface="Arial Nova" panose="020B0504020202020204" pitchFamily="34" charset="0"/>
              </a:defRPr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32" name="Textplatzhalter 27">
            <a:extLst>
              <a:ext uri="{FF2B5EF4-FFF2-40B4-BE49-F238E27FC236}">
                <a16:creationId xmlns:a16="http://schemas.microsoft.com/office/drawing/2014/main" id="{92A14ED6-3E04-2FDD-369A-05F16C5E373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71666" y="4039974"/>
            <a:ext cx="2897188" cy="195760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Hier Text einfügen …</a:t>
            </a:r>
          </a:p>
        </p:txBody>
      </p:sp>
      <p:sp>
        <p:nvSpPr>
          <p:cNvPr id="33" name="Abgerundetes Rechteck 32">
            <a:extLst>
              <a:ext uri="{FF2B5EF4-FFF2-40B4-BE49-F238E27FC236}">
                <a16:creationId xmlns:a16="http://schemas.microsoft.com/office/drawing/2014/main" id="{AA6E53F0-5378-05E5-2DB5-E9CCFCA72B82}"/>
              </a:ext>
            </a:extLst>
          </p:cNvPr>
          <p:cNvSpPr/>
          <p:nvPr userDrawn="1"/>
        </p:nvSpPr>
        <p:spPr>
          <a:xfrm>
            <a:off x="4499024" y="1501562"/>
            <a:ext cx="3198524" cy="4627770"/>
          </a:xfrm>
          <a:prstGeom prst="roundRect">
            <a:avLst>
              <a:gd name="adj" fmla="val 4671"/>
            </a:avLst>
          </a:prstGeom>
          <a:solidFill>
            <a:schemeClr val="bg1"/>
          </a:solidFill>
          <a:ln w="12700">
            <a:miter lim="400000"/>
          </a:ln>
          <a:effectLst>
            <a:outerShdw blurRad="254000" rotWithShape="0">
              <a:srgbClr val="000000">
                <a:alpha val="1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 sz="1600">
                <a:solidFill>
                  <a:schemeClr val="accent3">
                    <a:lumOff val="6274"/>
                  </a:schemeClr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4" name="Bildplatzhalter 24">
            <a:extLst>
              <a:ext uri="{FF2B5EF4-FFF2-40B4-BE49-F238E27FC236}">
                <a16:creationId xmlns:a16="http://schemas.microsoft.com/office/drawing/2014/main" id="{B269CDA4-7BFE-3C03-4275-42FBAB736D4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499026" y="1501561"/>
            <a:ext cx="3198521" cy="1957601"/>
          </a:xfrm>
          <a:prstGeom prst="round2SameRect">
            <a:avLst>
              <a:gd name="adj1" fmla="val 6629"/>
              <a:gd name="adj2" fmla="val 0"/>
            </a:avLst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5" name="Textplatzhalter 10">
            <a:extLst>
              <a:ext uri="{FF2B5EF4-FFF2-40B4-BE49-F238E27FC236}">
                <a16:creationId xmlns:a16="http://schemas.microsoft.com/office/drawing/2014/main" id="{5E806F6D-3704-E8D1-5BFC-5892FCEA278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50096" y="3627007"/>
            <a:ext cx="2896380" cy="256224"/>
          </a:xfrm>
        </p:spPr>
        <p:txBody>
          <a:bodyPr>
            <a:noAutofit/>
          </a:bodyPr>
          <a:lstStyle>
            <a:lvl1pPr marL="9525" indent="-9525" algn="l">
              <a:buNone/>
              <a:tabLst/>
              <a:defRPr sz="1600">
                <a:solidFill>
                  <a:schemeClr val="tx1"/>
                </a:solidFill>
                <a:latin typeface="Arial Nova" panose="020B0504020202020204" pitchFamily="34" charset="0"/>
              </a:defRPr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36" name="Textplatzhalter 27">
            <a:extLst>
              <a:ext uri="{FF2B5EF4-FFF2-40B4-BE49-F238E27FC236}">
                <a16:creationId xmlns:a16="http://schemas.microsoft.com/office/drawing/2014/main" id="{9AC8A8B9-FADF-135E-74C0-5755765C458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49692" y="4039974"/>
            <a:ext cx="2897188" cy="195760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Hier Text einfügen …</a:t>
            </a:r>
          </a:p>
        </p:txBody>
      </p:sp>
    </p:spTree>
    <p:extLst>
      <p:ext uri="{BB962C8B-B14F-4D97-AF65-F5344CB8AC3E}">
        <p14:creationId xmlns:p14="http://schemas.microsoft.com/office/powerpoint/2010/main" val="2113634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aption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E6547ECF-E839-3DDB-DF99-C5D45BBE6D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5938" y="728663"/>
            <a:ext cx="6991350" cy="5653087"/>
          </a:xfrm>
        </p:spPr>
        <p:txBody>
          <a:bodyPr anchor="ctr" anchorCtr="0"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Hier Text einfügen …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6ED8E4A-851D-516B-DC9D-EB079140B0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4714" y="3139068"/>
            <a:ext cx="3048928" cy="2973157"/>
          </a:xfrm>
        </p:spPr>
        <p:txBody>
          <a:bodyPr anchor="t"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Hier Zusammenfassung einfügen …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8B0E574-8DDC-25C4-992B-725C07CB9B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1817" y="1025644"/>
            <a:ext cx="3040236" cy="168695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lang="de-DE" dirty="0"/>
              <a:t>Überschrift hier einfügen …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B75059E-B1C8-47D0-4696-3B02C03D5E42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cxnSp>
        <p:nvCxnSpPr>
          <p:cNvPr id="6" name="Gerader Verbinder 7">
            <a:extLst>
              <a:ext uri="{FF2B5EF4-FFF2-40B4-BE49-F238E27FC236}">
                <a16:creationId xmlns:a16="http://schemas.microsoft.com/office/drawing/2014/main" id="{425E74E9-38E4-1BCE-7393-706078B2BA42}"/>
              </a:ext>
            </a:extLst>
          </p:cNvPr>
          <p:cNvCxnSpPr>
            <a:cxnSpLocks/>
          </p:cNvCxnSpPr>
          <p:nvPr userDrawn="1"/>
        </p:nvCxnSpPr>
        <p:spPr>
          <a:xfrm>
            <a:off x="4083670" y="784225"/>
            <a:ext cx="1589" cy="5328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3" name="Grafik 12">
            <a:extLst>
              <a:ext uri="{FF2B5EF4-FFF2-40B4-BE49-F238E27FC236}">
                <a16:creationId xmlns:a16="http://schemas.microsoft.com/office/drawing/2014/main" id="{A2595C1F-7835-674B-BE60-46F2E55058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7764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1:3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C1D9317-B749-819F-B175-39584772CE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4713" y="2232025"/>
            <a:ext cx="3253507" cy="40735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Text hier einfügen …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1790841-F9A2-4A65-80A9-63CE78CA9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8266" y="709292"/>
            <a:ext cx="3249954" cy="1351557"/>
          </a:xfrm>
        </p:spPr>
        <p:txBody>
          <a:bodyPr anchor="t"/>
          <a:lstStyle>
            <a:lvl1pPr>
              <a:defRPr/>
            </a:lvl1pPr>
          </a:lstStyle>
          <a:p>
            <a:r>
              <a:rPr lang="de-DE" dirty="0"/>
              <a:t>Überschrift hier einfügen …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D4CF4583-4521-4EE3-9DCE-360E173DCE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40239" y="0"/>
            <a:ext cx="7751762" cy="6858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/>
            </a:lvl1pPr>
          </a:lstStyle>
          <a:p>
            <a:r>
              <a:rPr lang="de-DE" dirty="0"/>
              <a:t>Hier klicken um Bild einzufügen …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1589010-91C2-1F52-9869-C281B11587AD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18F7ACF-F7A5-3BD4-5BFA-734BF6F0E5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312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50:50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A9A6D2C-85E6-D069-3065-E6E61112FB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4714" y="1982912"/>
            <a:ext cx="5046284" cy="4269970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Text hier einfügen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47BAD2D-2A5D-FC04-6E6A-953BD2E8B1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8267" y="709292"/>
            <a:ext cx="5046284" cy="1098960"/>
          </a:xfrm>
        </p:spPr>
        <p:txBody>
          <a:bodyPr anchor="t"/>
          <a:lstStyle>
            <a:lvl1pPr>
              <a:defRPr/>
            </a:lvl1pPr>
          </a:lstStyle>
          <a:p>
            <a:r>
              <a:rPr lang="de-DE" dirty="0"/>
              <a:t>Überschrift hier einfügen …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972F182-BD35-45B5-80C7-A8D873180E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-9144"/>
            <a:ext cx="6096000" cy="6858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/>
            </a:lvl1pPr>
          </a:lstStyle>
          <a:p>
            <a:r>
              <a:rPr lang="de-DE" dirty="0"/>
              <a:t>Hier klicken um Bild einzufügen …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0278A86-FC4D-302F-1777-0A2B5072B3FF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7C50401-17F8-0E22-4C42-6DB31F9824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31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1:4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85BFD97-C8AB-7FBA-A1B6-B98C2EC498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8266" y="1982912"/>
            <a:ext cx="6842956" cy="4332163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Text hier einfügen …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571EE00-F398-F3D4-06BC-218071CF9C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8266" y="709292"/>
            <a:ext cx="6846509" cy="1098960"/>
          </a:xfrm>
        </p:spPr>
        <p:txBody>
          <a:bodyPr anchor="t"/>
          <a:lstStyle>
            <a:lvl1pPr>
              <a:defRPr/>
            </a:lvl1pPr>
          </a:lstStyle>
          <a:p>
            <a:r>
              <a:rPr lang="de-DE" dirty="0"/>
              <a:t>Überschrift hier einfügen …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D4CF4583-4521-4EE3-9DCE-360E173DCE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96314" y="0"/>
            <a:ext cx="4295686" cy="6858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/>
            </a:lvl1pPr>
          </a:lstStyle>
          <a:p>
            <a:r>
              <a:rPr lang="de-DE" dirty="0"/>
              <a:t>Hier klicken um Bild einzufügen …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F187B20-1759-CDB6-E7FE-C178E63F62ED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32ED1D8-473F-87CD-3030-2C86E23930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33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7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D4CF4583-4521-4EE3-9DCE-360E173DCE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9764" y="0"/>
            <a:ext cx="12201764" cy="3220279"/>
          </a:xfrm>
          <a:prstGeom prst="rect">
            <a:avLst/>
          </a:prstGeom>
          <a:effectLst>
            <a:outerShdw blurRad="355600" dist="101600" algn="ctr" rotWithShape="0">
              <a:schemeClr val="tx1">
                <a:alpha val="22000"/>
              </a:schemeClr>
            </a:outerShdw>
          </a:effectLst>
        </p:spPr>
        <p:txBody>
          <a:bodyPr anchor="ctr"/>
          <a:lstStyle>
            <a:lvl1pPr marL="0" indent="0">
              <a:buNone/>
              <a:defRPr sz="1400"/>
            </a:lvl1pPr>
          </a:lstStyle>
          <a:p>
            <a:r>
              <a:rPr lang="de-DE" dirty="0"/>
              <a:t>Hier klicken um Bild einzufügen …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85BFD97-C8AB-7FBA-A1B6-B98C2EC498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8266" y="4761001"/>
            <a:ext cx="10430476" cy="1554074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Text hier einfügen …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571EE00-F398-F3D4-06BC-218071CF9C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8266" y="4008182"/>
            <a:ext cx="10439022" cy="495786"/>
          </a:xfrm>
        </p:spPr>
        <p:txBody>
          <a:bodyPr anchor="b"/>
          <a:lstStyle>
            <a:lvl1pPr>
              <a:defRPr/>
            </a:lvl1pPr>
          </a:lstStyle>
          <a:p>
            <a:r>
              <a:rPr lang="de-DE" dirty="0"/>
              <a:t>Überschrift hier einfügen …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F187B20-1759-CDB6-E7FE-C178E63F62ED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32ED1D8-473F-87CD-3030-2C86E23930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767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2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D4CF4583-4521-4EE3-9DCE-360E173DCE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9764" y="0"/>
            <a:ext cx="12201764" cy="5037364"/>
          </a:xfrm>
          <a:prstGeom prst="rect">
            <a:avLst/>
          </a:prstGeom>
          <a:effectLst>
            <a:outerShdw blurRad="355600" dist="101600" algn="ctr" rotWithShape="0">
              <a:schemeClr val="tx1">
                <a:alpha val="22000"/>
              </a:schemeClr>
            </a:outerShdw>
          </a:effectLst>
        </p:spPr>
        <p:txBody>
          <a:bodyPr anchor="ctr"/>
          <a:lstStyle>
            <a:lvl1pPr marL="0" indent="0">
              <a:buNone/>
              <a:defRPr sz="1400"/>
            </a:lvl1pPr>
          </a:lstStyle>
          <a:p>
            <a:r>
              <a:rPr lang="de-DE" dirty="0"/>
              <a:t>Hier klicken um Bild einzufügen …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85BFD97-C8AB-7FBA-A1B6-B98C2EC498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8266" y="5389653"/>
            <a:ext cx="10430476" cy="606448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1600"/>
            </a:lvl1pPr>
          </a:lstStyle>
          <a:p>
            <a:pPr lvl="0"/>
            <a:r>
              <a:rPr lang="de-DE" dirty="0"/>
              <a:t>Text hier einfügen …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F187B20-1759-CDB6-E7FE-C178E63F62ED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32ED1D8-473F-87CD-3030-2C86E23930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307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8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1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5">
            <a:extLst>
              <a:ext uri="{FF2B5EF4-FFF2-40B4-BE49-F238E27FC236}">
                <a16:creationId xmlns:a16="http://schemas.microsoft.com/office/drawing/2014/main" id="{1FCAD971-096F-84D9-69D7-28B6B88B7370}"/>
              </a:ext>
            </a:extLst>
          </p:cNvPr>
          <p:cNvSpPr txBox="1">
            <a:spLocks/>
          </p:cNvSpPr>
          <p:nvPr userDrawn="1"/>
        </p:nvSpPr>
        <p:spPr>
          <a:xfrm>
            <a:off x="883506" y="1359585"/>
            <a:ext cx="6480680" cy="394569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DE" dirty="0" err="1">
                <a:latin typeface="Arial Nova Light" panose="020B0304020202020204" pitchFamily="34" charset="0"/>
              </a:rPr>
              <a:t>Let‘s</a:t>
            </a:r>
            <a:r>
              <a:rPr lang="de-DE" dirty="0">
                <a:latin typeface="Arial Nova Light" panose="020B0304020202020204" pitchFamily="34" charset="0"/>
              </a:rPr>
              <a:t> </a:t>
            </a:r>
            <a:r>
              <a:rPr lang="de-DE" dirty="0" err="1">
                <a:latin typeface="Arial Nova Light" panose="020B0304020202020204" pitchFamily="34" charset="0"/>
              </a:rPr>
              <a:t>create</a:t>
            </a:r>
            <a:r>
              <a:rPr lang="de-DE" dirty="0">
                <a:latin typeface="Arial Nova Light" panose="020B0304020202020204" pitchFamily="34" charset="0"/>
              </a:rPr>
              <a:t> </a:t>
            </a:r>
            <a:r>
              <a:rPr lang="de-DE" dirty="0" err="1">
                <a:latin typeface="Arial Nova Light" panose="020B0304020202020204" pitchFamily="34" charset="0"/>
              </a:rPr>
              <a:t>value</a:t>
            </a:r>
            <a:r>
              <a:rPr lang="de-DE" dirty="0">
                <a:latin typeface="Arial Nova Light" panose="020B0304020202020204" pitchFamily="34" charset="0"/>
              </a:rPr>
              <a:t>.</a:t>
            </a:r>
            <a:endParaRPr lang="de-DE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7442561C-9837-D5A8-8C19-203346AEAE94}"/>
              </a:ext>
            </a:extLst>
          </p:cNvPr>
          <p:cNvSpPr txBox="1">
            <a:spLocks/>
          </p:cNvSpPr>
          <p:nvPr userDrawn="1"/>
        </p:nvSpPr>
        <p:spPr>
          <a:xfrm>
            <a:off x="883506" y="1988288"/>
            <a:ext cx="4843119" cy="1293638"/>
          </a:xfrm>
          <a:prstGeom prst="rect">
            <a:avLst/>
          </a:prstGeom>
        </p:spPr>
        <p:txBody>
          <a:bodyPr l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Together.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CFA2034-81BF-1663-9A6B-440C8BE8FF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80458">
            <a:off x="2932067" y="1183215"/>
            <a:ext cx="8403771" cy="4194465"/>
          </a:xfrm>
          <a:prstGeom prst="rect">
            <a:avLst/>
          </a:prstGeom>
        </p:spPr>
      </p:pic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9FD1596-E4E7-88CA-A3FE-746BE4C51E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4714" y="4582160"/>
            <a:ext cx="2171094" cy="1828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 i="0">
                <a:latin typeface="Arial Nova" panose="020B0504020202020204" pitchFamily="34" charset="0"/>
              </a:defRPr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D5D4A025-B8E4-C473-CC33-C5CAD714E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714" y="4760536"/>
            <a:ext cx="2171094" cy="153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/>
            </a:lvl1pPr>
          </a:lstStyle>
          <a:p>
            <a:pPr lvl="0"/>
            <a:r>
              <a:rPr lang="de-DE" dirty="0"/>
              <a:t>Position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0158D4B-7D64-79B5-FFDA-443C4957D0EA}"/>
              </a:ext>
            </a:extLst>
          </p:cNvPr>
          <p:cNvSpPr txBox="1"/>
          <p:nvPr userDrawn="1"/>
        </p:nvSpPr>
        <p:spPr>
          <a:xfrm flipH="1">
            <a:off x="875548" y="5071277"/>
            <a:ext cx="2065847" cy="58625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spcBef>
                <a:spcPts val="1200"/>
              </a:spcBef>
            </a:pPr>
            <a:r>
              <a:rPr lang="de-DE" sz="1100" dirty="0" err="1">
                <a:latin typeface="Arial Nova Light" panose="020B0304020202020204" pitchFamily="34" charset="0"/>
                <a:cs typeface="Arial" panose="020B0604020202020204" pitchFamily="34" charset="0"/>
              </a:rPr>
              <a:t>doubleSlash</a:t>
            </a:r>
            <a:r>
              <a:rPr lang="de-DE" sz="1100" dirty="0">
                <a:latin typeface="Arial Nova Light" panose="020B0304020202020204" pitchFamily="34" charset="0"/>
                <a:cs typeface="Arial" panose="020B0604020202020204" pitchFamily="34" charset="0"/>
              </a:rPr>
              <a:t> Net-Business GmbH</a:t>
            </a:r>
          </a:p>
          <a:p>
            <a:pPr>
              <a:lnSpc>
                <a:spcPct val="130000"/>
              </a:lnSpc>
            </a:pPr>
            <a:r>
              <a:rPr lang="de-DE" sz="1100" dirty="0">
                <a:latin typeface="Arial Nova Light" panose="020B0304020202020204" pitchFamily="34" charset="0"/>
                <a:cs typeface="Arial" panose="020B0604020202020204" pitchFamily="34" charset="0"/>
              </a:rPr>
              <a:t>Otto-Lilienthal-Straße 16</a:t>
            </a:r>
          </a:p>
          <a:p>
            <a:pPr>
              <a:lnSpc>
                <a:spcPct val="130000"/>
              </a:lnSpc>
            </a:pPr>
            <a:r>
              <a:rPr lang="de-DE" sz="1100" dirty="0">
                <a:latin typeface="Arial Nova Light" panose="020B0304020202020204" pitchFamily="34" charset="0"/>
                <a:cs typeface="Arial" panose="020B0604020202020204" pitchFamily="34" charset="0"/>
              </a:rPr>
              <a:t>88046 Friedrichshafen</a:t>
            </a:r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86348B65-7DA8-1366-3FF4-365756DE11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725" y="5822831"/>
            <a:ext cx="2171094" cy="1727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/>
            </a:lvl1pPr>
          </a:lstStyle>
          <a:p>
            <a:pPr lvl="0"/>
            <a:r>
              <a:rPr lang="de-DE" dirty="0"/>
              <a:t>Telefonnummer</a:t>
            </a:r>
          </a:p>
        </p:txBody>
      </p:sp>
      <p:sp>
        <p:nvSpPr>
          <p:cNvPr id="24" name="Textplatzhalter 5">
            <a:extLst>
              <a:ext uri="{FF2B5EF4-FFF2-40B4-BE49-F238E27FC236}">
                <a16:creationId xmlns:a16="http://schemas.microsoft.com/office/drawing/2014/main" id="{A5508A22-61F3-A6E0-2AB0-8E900786D3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1220" y="6001207"/>
            <a:ext cx="2171094" cy="1727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u="sng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Email-Adresse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65392A8-5AD3-5499-B8A5-5022ECF1C41E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7CFA30F-482D-096D-B4E1-50F87E5DF1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608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C07B06EE-58D3-0244-8BB4-BD71C09D7D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28107" y="2581543"/>
            <a:ext cx="1721669" cy="168724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  <a:effectLst>
            <a:outerShdw blurRad="254000" rotWithShape="0">
              <a:srgbClr val="000000">
                <a:alpha val="10000"/>
              </a:srgbClr>
            </a:outerShdw>
          </a:effectLst>
        </p:spPr>
        <p:txBody>
          <a:bodyPr lIns="0" tIns="0" rIns="0" bIns="0" anchor="t"/>
          <a:lstStyle>
            <a:lvl1pPr algn="ctr">
              <a:buNone/>
              <a:defRPr lang="de-DE" dirty="0">
                <a:solidFill>
                  <a:schemeClr val="accent3">
                    <a:lumOff val="6274"/>
                  </a:schemeClr>
                </a:solidFill>
              </a:defRPr>
            </a:lvl1pPr>
          </a:lstStyle>
          <a:p>
            <a:pPr marL="0" lvl="0" algn="ctr"/>
            <a:r>
              <a:rPr lang="de-DE" dirty="0"/>
              <a:t>Foto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65392A8-5AD3-5499-B8A5-5022ECF1C41E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7CFA30F-482D-096D-B4E1-50F87E5DF1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  <p:sp>
        <p:nvSpPr>
          <p:cNvPr id="8" name="Textplatzhalter 5">
            <a:extLst>
              <a:ext uri="{FF2B5EF4-FFF2-40B4-BE49-F238E27FC236}">
                <a16:creationId xmlns:a16="http://schemas.microsoft.com/office/drawing/2014/main" id="{0A6E0FFB-9E8C-B160-B52A-7AA62EC33A65}"/>
              </a:ext>
            </a:extLst>
          </p:cNvPr>
          <p:cNvSpPr txBox="1"/>
          <p:nvPr userDrawn="1"/>
        </p:nvSpPr>
        <p:spPr>
          <a:xfrm>
            <a:off x="1301908" y="2790122"/>
            <a:ext cx="648068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/>
            </a:lvl1pPr>
          </a:lstStyle>
          <a:p>
            <a:r>
              <a:t>Let‘s create value.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DDDFFD8E-BABE-2E0B-2E67-0C4D46655778}"/>
              </a:ext>
            </a:extLst>
          </p:cNvPr>
          <p:cNvSpPr txBox="1"/>
          <p:nvPr userDrawn="1"/>
        </p:nvSpPr>
        <p:spPr>
          <a:xfrm>
            <a:off x="1301907" y="3309056"/>
            <a:ext cx="4751681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7200">
                <a:solidFill>
                  <a:srgbClr val="808080"/>
                </a:solidFill>
              </a:defRPr>
            </a:lvl1pPr>
          </a:lstStyle>
          <a:p>
            <a:r>
              <a:t>Together.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81C72BB7-CED5-38EA-6728-4A19BFE433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16963" y="2799087"/>
            <a:ext cx="2600325" cy="242513"/>
          </a:xfrm>
        </p:spPr>
        <p:txBody>
          <a:bodyPr>
            <a:normAutofit/>
          </a:bodyPr>
          <a:lstStyle>
            <a:lvl1pPr marL="7938" indent="-7938">
              <a:buNone/>
              <a:tabLst/>
              <a:defRPr sz="1600"/>
            </a:lvl1pPr>
          </a:lstStyle>
          <a:p>
            <a:pPr lvl="0"/>
            <a:r>
              <a:rPr lang="de-DE" dirty="0"/>
              <a:t>Max Mustermann</a:t>
            </a:r>
          </a:p>
        </p:txBody>
      </p:sp>
      <p:sp>
        <p:nvSpPr>
          <p:cNvPr id="20" name="Textplatzhalter 18">
            <a:extLst>
              <a:ext uri="{FF2B5EF4-FFF2-40B4-BE49-F238E27FC236}">
                <a16:creationId xmlns:a16="http://schemas.microsoft.com/office/drawing/2014/main" id="{FCDCF392-E77D-36FD-B0B9-349B31DF1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16963" y="3085957"/>
            <a:ext cx="2600325" cy="242513"/>
          </a:xfrm>
        </p:spPr>
        <p:txBody>
          <a:bodyPr>
            <a:noAutofit/>
          </a:bodyPr>
          <a:lstStyle>
            <a:lvl1pPr marL="7938" indent="-7938">
              <a:buNone/>
              <a:tabLst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Senior Consultant</a:t>
            </a:r>
          </a:p>
        </p:txBody>
      </p:sp>
      <p:sp>
        <p:nvSpPr>
          <p:cNvPr id="21" name="Textplatzhalter 18">
            <a:extLst>
              <a:ext uri="{FF2B5EF4-FFF2-40B4-BE49-F238E27FC236}">
                <a16:creationId xmlns:a16="http://schemas.microsoft.com/office/drawing/2014/main" id="{4D026CA2-DEFB-CB40-3FC8-9F1465CBE7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16963" y="3516263"/>
            <a:ext cx="2600325" cy="242513"/>
          </a:xfrm>
        </p:spPr>
        <p:txBody>
          <a:bodyPr>
            <a:noAutofit/>
          </a:bodyPr>
          <a:lstStyle>
            <a:lvl1pPr marL="7938" indent="-7938">
              <a:buNone/>
              <a:tabLst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Telefonnummer</a:t>
            </a:r>
          </a:p>
        </p:txBody>
      </p:sp>
      <p:sp>
        <p:nvSpPr>
          <p:cNvPr id="22" name="Textplatzhalter 18">
            <a:extLst>
              <a:ext uri="{FF2B5EF4-FFF2-40B4-BE49-F238E27FC236}">
                <a16:creationId xmlns:a16="http://schemas.microsoft.com/office/drawing/2014/main" id="{3C22C935-DAAB-FA3B-F0DE-7481069A52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6963" y="3776240"/>
            <a:ext cx="2600325" cy="242513"/>
          </a:xfrm>
        </p:spPr>
        <p:txBody>
          <a:bodyPr>
            <a:noAutofit/>
          </a:bodyPr>
          <a:lstStyle>
            <a:lvl1pPr marL="7938" indent="-7938">
              <a:buNone/>
              <a:tabLst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Email-Adresse</a:t>
            </a:r>
          </a:p>
        </p:txBody>
      </p:sp>
    </p:spTree>
    <p:extLst>
      <p:ext uri="{BB962C8B-B14F-4D97-AF65-F5344CB8AC3E}">
        <p14:creationId xmlns:p14="http://schemas.microsoft.com/office/powerpoint/2010/main" val="40279035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2">
            <a:extLst>
              <a:ext uri="{FF2B5EF4-FFF2-40B4-BE49-F238E27FC236}">
                <a16:creationId xmlns:a16="http://schemas.microsoft.com/office/drawing/2014/main" id="{0682739D-7808-4435-89F6-846EE897DA4F}"/>
              </a:ext>
            </a:extLst>
          </p:cNvPr>
          <p:cNvSpPr txBox="1">
            <a:spLocks/>
          </p:cNvSpPr>
          <p:nvPr userDrawn="1"/>
        </p:nvSpPr>
        <p:spPr>
          <a:xfrm>
            <a:off x="-222496" y="6396075"/>
            <a:ext cx="718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032856-3832-ED4F-8FA5-B46BAD05B679}" type="slidenum">
              <a:rPr lang="de-DE" sz="800" smtClean="0"/>
              <a:pPr/>
              <a:t>‹Nr.›</a:t>
            </a:fld>
            <a:endParaRPr lang="de-DE" sz="105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31EFF8D-5C07-D122-02E8-688A2A8A58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37" y="6385949"/>
            <a:ext cx="792457" cy="2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4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FAF9A8AF-193D-4BFF-023E-9551F44FB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8266" y="1470042"/>
            <a:ext cx="10442575" cy="47845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Tx/>
              <a:buFont typeface="Helvetica Neue Bold" panose="02000503000000020004" pitchFamily="2" charset="0"/>
              <a:buChar char="&gt;"/>
              <a:tabLst/>
              <a:defRPr/>
            </a:pPr>
            <a:r>
              <a:rPr lang="de-DE" dirty="0"/>
              <a:t>Fünfte Ebene</a:t>
            </a:r>
          </a:p>
        </p:txBody>
      </p:sp>
      <p:sp>
        <p:nvSpPr>
          <p:cNvPr id="30" name="Foliennummernplatzhalter 29">
            <a:extLst>
              <a:ext uri="{FF2B5EF4-FFF2-40B4-BE49-F238E27FC236}">
                <a16:creationId xmlns:a16="http://schemas.microsoft.com/office/drawing/2014/main" id="{B1B7CCCA-2408-FDE9-466B-208A259D6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22497" y="6396075"/>
            <a:ext cx="718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F57CD2-F375-964E-AC72-9B2EF6B5ACB4}" type="slidenum">
              <a:rPr lang="de-DE" smtClean="0"/>
              <a:pPr/>
              <a:t>‹Nr.›</a:t>
            </a:fld>
            <a:endParaRPr lang="de-DE" sz="800" dirty="0"/>
          </a:p>
        </p:txBody>
      </p:sp>
      <p:sp>
        <p:nvSpPr>
          <p:cNvPr id="2" name="Rectangle: Rounded Corners 86">
            <a:extLst>
              <a:ext uri="{FF2B5EF4-FFF2-40B4-BE49-F238E27FC236}">
                <a16:creationId xmlns:a16="http://schemas.microsoft.com/office/drawing/2014/main" id="{07FF272E-7632-D548-4614-718341C9DB26}"/>
              </a:ext>
            </a:extLst>
          </p:cNvPr>
          <p:cNvSpPr/>
          <p:nvPr userDrawn="1"/>
        </p:nvSpPr>
        <p:spPr>
          <a:xfrm>
            <a:off x="12327183" y="-950"/>
            <a:ext cx="2357005" cy="4680766"/>
          </a:xfrm>
          <a:prstGeom prst="roundRect">
            <a:avLst>
              <a:gd name="adj" fmla="val 3083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" name="Rechteck: abgerundete Ecken 29">
            <a:extLst>
              <a:ext uri="{FF2B5EF4-FFF2-40B4-BE49-F238E27FC236}">
                <a16:creationId xmlns:a16="http://schemas.microsoft.com/office/drawing/2014/main" id="{7A732C27-4C4A-211A-6E00-785BCAFF9E0D}"/>
              </a:ext>
            </a:extLst>
          </p:cNvPr>
          <p:cNvSpPr/>
          <p:nvPr userDrawn="1"/>
        </p:nvSpPr>
        <p:spPr>
          <a:xfrm>
            <a:off x="12766333" y="531791"/>
            <a:ext cx="720000" cy="259883"/>
          </a:xfrm>
          <a:prstGeom prst="roundRect">
            <a:avLst>
              <a:gd name="adj" fmla="val 8297"/>
            </a:avLst>
          </a:prstGeom>
          <a:solidFill>
            <a:srgbClr val="00A5E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bg1"/>
                </a:solidFill>
              </a:rPr>
              <a:t>#00A5E1</a:t>
            </a:r>
          </a:p>
        </p:txBody>
      </p:sp>
      <p:sp>
        <p:nvSpPr>
          <p:cNvPr id="4" name="Rechteck: abgerundete Ecken 29">
            <a:extLst>
              <a:ext uri="{FF2B5EF4-FFF2-40B4-BE49-F238E27FC236}">
                <a16:creationId xmlns:a16="http://schemas.microsoft.com/office/drawing/2014/main" id="{DD132E49-0767-931F-ED02-2B0EC08BEC68}"/>
              </a:ext>
            </a:extLst>
          </p:cNvPr>
          <p:cNvSpPr/>
          <p:nvPr userDrawn="1"/>
        </p:nvSpPr>
        <p:spPr>
          <a:xfrm>
            <a:off x="12766333" y="870975"/>
            <a:ext cx="720000" cy="259883"/>
          </a:xfrm>
          <a:prstGeom prst="roundRect">
            <a:avLst>
              <a:gd name="adj" fmla="val 8297"/>
            </a:avLst>
          </a:prstGeom>
          <a:solidFill>
            <a:schemeClr val="tx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bg1"/>
                </a:solidFill>
              </a:rPr>
              <a:t>#000000</a:t>
            </a:r>
          </a:p>
        </p:txBody>
      </p:sp>
      <p:sp>
        <p:nvSpPr>
          <p:cNvPr id="5" name="Rechteck: abgerundete Ecken 29">
            <a:extLst>
              <a:ext uri="{FF2B5EF4-FFF2-40B4-BE49-F238E27FC236}">
                <a16:creationId xmlns:a16="http://schemas.microsoft.com/office/drawing/2014/main" id="{8EA50C0A-8FB4-E02A-1186-BB450BDFEDD1}"/>
              </a:ext>
            </a:extLst>
          </p:cNvPr>
          <p:cNvSpPr/>
          <p:nvPr userDrawn="1"/>
        </p:nvSpPr>
        <p:spPr>
          <a:xfrm>
            <a:off x="12766333" y="3584448"/>
            <a:ext cx="720000" cy="259883"/>
          </a:xfrm>
          <a:prstGeom prst="roundRect">
            <a:avLst>
              <a:gd name="adj" fmla="val 8297"/>
            </a:avLst>
          </a:prstGeom>
          <a:solidFill>
            <a:srgbClr val="00759E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bg1"/>
                </a:solidFill>
              </a:rPr>
              <a:t>#00759e</a:t>
            </a:r>
          </a:p>
        </p:txBody>
      </p:sp>
      <p:sp>
        <p:nvSpPr>
          <p:cNvPr id="6" name="Rechteck: abgerundete Ecken 29">
            <a:extLst>
              <a:ext uri="{FF2B5EF4-FFF2-40B4-BE49-F238E27FC236}">
                <a16:creationId xmlns:a16="http://schemas.microsoft.com/office/drawing/2014/main" id="{5918159D-7098-455F-3AF3-C3FA171625B4}"/>
              </a:ext>
            </a:extLst>
          </p:cNvPr>
          <p:cNvSpPr/>
          <p:nvPr userDrawn="1"/>
        </p:nvSpPr>
        <p:spPr>
          <a:xfrm>
            <a:off x="13566462" y="878762"/>
            <a:ext cx="720000" cy="259883"/>
          </a:xfrm>
          <a:prstGeom prst="roundRect">
            <a:avLst>
              <a:gd name="adj" fmla="val 8297"/>
            </a:avLst>
          </a:prstGeom>
          <a:solidFill>
            <a:srgbClr val="C6C6C6"/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ysClr val="windowText" lastClr="000000"/>
                </a:solidFill>
              </a:rPr>
              <a:t>#C6C6C6</a:t>
            </a:r>
          </a:p>
        </p:txBody>
      </p:sp>
      <p:sp>
        <p:nvSpPr>
          <p:cNvPr id="7" name="Rechteck: abgerundete Ecken 29">
            <a:extLst>
              <a:ext uri="{FF2B5EF4-FFF2-40B4-BE49-F238E27FC236}">
                <a16:creationId xmlns:a16="http://schemas.microsoft.com/office/drawing/2014/main" id="{8E1AF42F-4058-11D6-65F5-B4F5BA6E8840}"/>
              </a:ext>
            </a:extLst>
          </p:cNvPr>
          <p:cNvSpPr/>
          <p:nvPr userDrawn="1"/>
        </p:nvSpPr>
        <p:spPr>
          <a:xfrm>
            <a:off x="12766333" y="1888527"/>
            <a:ext cx="720000" cy="259883"/>
          </a:xfrm>
          <a:prstGeom prst="roundRect">
            <a:avLst>
              <a:gd name="adj" fmla="val 8297"/>
            </a:avLst>
          </a:prstGeom>
          <a:solidFill>
            <a:srgbClr val="FF9F00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ysClr val="windowText" lastClr="000000"/>
                </a:solidFill>
              </a:rPr>
              <a:t>#FF9F00</a:t>
            </a:r>
          </a:p>
        </p:txBody>
      </p:sp>
      <p:sp>
        <p:nvSpPr>
          <p:cNvPr id="8" name="Rechteck: abgerundete Ecken 29">
            <a:extLst>
              <a:ext uri="{FF2B5EF4-FFF2-40B4-BE49-F238E27FC236}">
                <a16:creationId xmlns:a16="http://schemas.microsoft.com/office/drawing/2014/main" id="{0A1DF0A4-3D61-4E6F-156E-505F2E11313C}"/>
              </a:ext>
            </a:extLst>
          </p:cNvPr>
          <p:cNvSpPr/>
          <p:nvPr userDrawn="1"/>
        </p:nvSpPr>
        <p:spPr>
          <a:xfrm>
            <a:off x="12766333" y="2566895"/>
            <a:ext cx="720000" cy="259883"/>
          </a:xfrm>
          <a:prstGeom prst="roundRect">
            <a:avLst>
              <a:gd name="adj" fmla="val 8297"/>
            </a:avLst>
          </a:prstGeom>
          <a:solidFill>
            <a:srgbClr val="C63328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bg1"/>
                </a:solidFill>
              </a:rPr>
              <a:t>#C63328</a:t>
            </a:r>
          </a:p>
        </p:txBody>
      </p:sp>
      <p:sp>
        <p:nvSpPr>
          <p:cNvPr id="9" name="Rechteck: abgerundete Ecken 29">
            <a:extLst>
              <a:ext uri="{FF2B5EF4-FFF2-40B4-BE49-F238E27FC236}">
                <a16:creationId xmlns:a16="http://schemas.microsoft.com/office/drawing/2014/main" id="{56B4DA8B-B329-81D7-C33D-20B0EAC40FEE}"/>
              </a:ext>
            </a:extLst>
          </p:cNvPr>
          <p:cNvSpPr/>
          <p:nvPr userDrawn="1"/>
        </p:nvSpPr>
        <p:spPr>
          <a:xfrm>
            <a:off x="12766333" y="2227711"/>
            <a:ext cx="720000" cy="259883"/>
          </a:xfrm>
          <a:prstGeom prst="roundRect">
            <a:avLst>
              <a:gd name="adj" fmla="val 8297"/>
            </a:avLst>
          </a:prstGeom>
          <a:solidFill>
            <a:srgbClr val="32547B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bg1"/>
                </a:solidFill>
              </a:rPr>
              <a:t>#32547B</a:t>
            </a:r>
          </a:p>
        </p:txBody>
      </p:sp>
      <p:sp>
        <p:nvSpPr>
          <p:cNvPr id="10" name="Rechteck: abgerundete Ecken 29">
            <a:extLst>
              <a:ext uri="{FF2B5EF4-FFF2-40B4-BE49-F238E27FC236}">
                <a16:creationId xmlns:a16="http://schemas.microsoft.com/office/drawing/2014/main" id="{04E05EB5-F504-F917-4D92-0263CF9C9972}"/>
              </a:ext>
            </a:extLst>
          </p:cNvPr>
          <p:cNvSpPr/>
          <p:nvPr userDrawn="1"/>
        </p:nvSpPr>
        <p:spPr>
          <a:xfrm>
            <a:off x="12766333" y="2906079"/>
            <a:ext cx="720000" cy="259883"/>
          </a:xfrm>
          <a:prstGeom prst="roundRect">
            <a:avLst>
              <a:gd name="adj" fmla="val 8297"/>
            </a:avLst>
          </a:prstGeom>
          <a:solidFill>
            <a:srgbClr val="8B593E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bg1"/>
                </a:solidFill>
              </a:rPr>
              <a:t>#8B593E</a:t>
            </a:r>
          </a:p>
        </p:txBody>
      </p:sp>
      <p:sp>
        <p:nvSpPr>
          <p:cNvPr id="11" name="Rechteck: abgerundete Ecken 29">
            <a:extLst>
              <a:ext uri="{FF2B5EF4-FFF2-40B4-BE49-F238E27FC236}">
                <a16:creationId xmlns:a16="http://schemas.microsoft.com/office/drawing/2014/main" id="{65BE56EE-ACC1-3F13-3F89-16015AC5E373}"/>
              </a:ext>
            </a:extLst>
          </p:cNvPr>
          <p:cNvSpPr/>
          <p:nvPr userDrawn="1"/>
        </p:nvSpPr>
        <p:spPr>
          <a:xfrm>
            <a:off x="13566462" y="1216267"/>
            <a:ext cx="720000" cy="259883"/>
          </a:xfrm>
          <a:prstGeom prst="roundRect">
            <a:avLst>
              <a:gd name="adj" fmla="val 8297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ysClr val="windowText" lastClr="000000"/>
                </a:solidFill>
              </a:rPr>
              <a:t>#EFEFEF</a:t>
            </a:r>
          </a:p>
        </p:txBody>
      </p:sp>
      <p:sp>
        <p:nvSpPr>
          <p:cNvPr id="12" name="Rechteck: abgerundete Ecken 29">
            <a:extLst>
              <a:ext uri="{FF2B5EF4-FFF2-40B4-BE49-F238E27FC236}">
                <a16:creationId xmlns:a16="http://schemas.microsoft.com/office/drawing/2014/main" id="{B2FC8D08-7F93-93DF-6836-813A8F08B988}"/>
              </a:ext>
            </a:extLst>
          </p:cNvPr>
          <p:cNvSpPr/>
          <p:nvPr userDrawn="1"/>
        </p:nvSpPr>
        <p:spPr>
          <a:xfrm>
            <a:off x="12766333" y="1549343"/>
            <a:ext cx="720000" cy="259883"/>
          </a:xfrm>
          <a:prstGeom prst="roundRect">
            <a:avLst>
              <a:gd name="adj" fmla="val 8297"/>
            </a:avLst>
          </a:prstGeom>
          <a:solidFill>
            <a:srgbClr val="6D6D6D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bg1"/>
                </a:solidFill>
              </a:rPr>
              <a:t>#6D6D6D</a:t>
            </a:r>
          </a:p>
        </p:txBody>
      </p:sp>
      <p:sp>
        <p:nvSpPr>
          <p:cNvPr id="13" name="Rechteck: abgerundete Ecken 29">
            <a:extLst>
              <a:ext uri="{FF2B5EF4-FFF2-40B4-BE49-F238E27FC236}">
                <a16:creationId xmlns:a16="http://schemas.microsoft.com/office/drawing/2014/main" id="{570476E1-5589-E986-2D03-FEFE52E670B5}"/>
              </a:ext>
            </a:extLst>
          </p:cNvPr>
          <p:cNvSpPr/>
          <p:nvPr userDrawn="1"/>
        </p:nvSpPr>
        <p:spPr>
          <a:xfrm>
            <a:off x="13566462" y="2228782"/>
            <a:ext cx="720000" cy="259883"/>
          </a:xfrm>
          <a:prstGeom prst="roundRect">
            <a:avLst>
              <a:gd name="adj" fmla="val 8297"/>
            </a:avLst>
          </a:prstGeom>
          <a:solidFill>
            <a:srgbClr val="D7E9F4"/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ysClr val="windowText" lastClr="000000"/>
                </a:solidFill>
              </a:rPr>
              <a:t>#D7E9F4</a:t>
            </a:r>
          </a:p>
        </p:txBody>
      </p:sp>
      <p:sp>
        <p:nvSpPr>
          <p:cNvPr id="14" name="Rechteck: abgerundete Ecken 29">
            <a:extLst>
              <a:ext uri="{FF2B5EF4-FFF2-40B4-BE49-F238E27FC236}">
                <a16:creationId xmlns:a16="http://schemas.microsoft.com/office/drawing/2014/main" id="{993A0C4C-5BCA-FDD9-91AE-7BE32E81B5D6}"/>
              </a:ext>
            </a:extLst>
          </p:cNvPr>
          <p:cNvSpPr/>
          <p:nvPr userDrawn="1"/>
        </p:nvSpPr>
        <p:spPr>
          <a:xfrm>
            <a:off x="13566462" y="1891277"/>
            <a:ext cx="720000" cy="259883"/>
          </a:xfrm>
          <a:prstGeom prst="roundRect">
            <a:avLst>
              <a:gd name="adj" fmla="val 8297"/>
            </a:avLst>
          </a:prstGeom>
          <a:solidFill>
            <a:srgbClr val="FFE3B2"/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ysClr val="windowText" lastClr="000000"/>
                </a:solidFill>
              </a:rPr>
              <a:t>#FFE3B2</a:t>
            </a:r>
          </a:p>
        </p:txBody>
      </p:sp>
      <p:sp>
        <p:nvSpPr>
          <p:cNvPr id="15" name="Rechteck: abgerundete Ecken 29">
            <a:extLst>
              <a:ext uri="{FF2B5EF4-FFF2-40B4-BE49-F238E27FC236}">
                <a16:creationId xmlns:a16="http://schemas.microsoft.com/office/drawing/2014/main" id="{424F705A-5B39-1060-9D40-2F77739BF881}"/>
              </a:ext>
            </a:extLst>
          </p:cNvPr>
          <p:cNvSpPr/>
          <p:nvPr userDrawn="1"/>
        </p:nvSpPr>
        <p:spPr>
          <a:xfrm>
            <a:off x="13566462" y="2566287"/>
            <a:ext cx="720000" cy="259883"/>
          </a:xfrm>
          <a:prstGeom prst="roundRect">
            <a:avLst>
              <a:gd name="adj" fmla="val 8297"/>
            </a:avLst>
          </a:prstGeom>
          <a:solidFill>
            <a:srgbClr val="EDC2BF"/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ysClr val="windowText" lastClr="000000"/>
                </a:solidFill>
              </a:rPr>
              <a:t>#EDC2BF</a:t>
            </a:r>
          </a:p>
        </p:txBody>
      </p:sp>
      <p:sp>
        <p:nvSpPr>
          <p:cNvPr id="16" name="Rechteck: abgerundete Ecken 29">
            <a:extLst>
              <a:ext uri="{FF2B5EF4-FFF2-40B4-BE49-F238E27FC236}">
                <a16:creationId xmlns:a16="http://schemas.microsoft.com/office/drawing/2014/main" id="{75DD4F9B-B048-3244-7B1A-DC4E4C601DFC}"/>
              </a:ext>
            </a:extLst>
          </p:cNvPr>
          <p:cNvSpPr/>
          <p:nvPr userDrawn="1"/>
        </p:nvSpPr>
        <p:spPr>
          <a:xfrm>
            <a:off x="13566462" y="2903792"/>
            <a:ext cx="720000" cy="259883"/>
          </a:xfrm>
          <a:prstGeom prst="roundRect">
            <a:avLst>
              <a:gd name="adj" fmla="val 8297"/>
            </a:avLst>
          </a:prstGeom>
          <a:solidFill>
            <a:srgbClr val="DBCCC4"/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ysClr val="windowText" lastClr="000000"/>
                </a:solidFill>
              </a:rPr>
              <a:t>#DBCCC4</a:t>
            </a:r>
          </a:p>
        </p:txBody>
      </p:sp>
      <p:sp>
        <p:nvSpPr>
          <p:cNvPr id="17" name="Rechteck: abgerundete Ecken 29">
            <a:extLst>
              <a:ext uri="{FF2B5EF4-FFF2-40B4-BE49-F238E27FC236}">
                <a16:creationId xmlns:a16="http://schemas.microsoft.com/office/drawing/2014/main" id="{D43F3E4E-1431-5037-1F77-86C07F129E93}"/>
              </a:ext>
            </a:extLst>
          </p:cNvPr>
          <p:cNvSpPr/>
          <p:nvPr userDrawn="1"/>
        </p:nvSpPr>
        <p:spPr>
          <a:xfrm>
            <a:off x="13566462" y="3241297"/>
            <a:ext cx="720000" cy="259883"/>
          </a:xfrm>
          <a:prstGeom prst="roundRect">
            <a:avLst>
              <a:gd name="adj" fmla="val 8297"/>
            </a:avLst>
          </a:prstGeom>
          <a:solidFill>
            <a:srgbClr val="E3F2BF"/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ysClr val="windowText" lastClr="000000"/>
                </a:solidFill>
              </a:rPr>
              <a:t>#E3F2BF</a:t>
            </a:r>
          </a:p>
        </p:txBody>
      </p:sp>
      <p:sp>
        <p:nvSpPr>
          <p:cNvPr id="18" name="Rechteck: abgerundete Ecken 29">
            <a:extLst>
              <a:ext uri="{FF2B5EF4-FFF2-40B4-BE49-F238E27FC236}">
                <a16:creationId xmlns:a16="http://schemas.microsoft.com/office/drawing/2014/main" id="{704BE6ED-E457-CDF4-6768-D943931F23F4}"/>
              </a:ext>
            </a:extLst>
          </p:cNvPr>
          <p:cNvSpPr/>
          <p:nvPr userDrawn="1"/>
        </p:nvSpPr>
        <p:spPr>
          <a:xfrm>
            <a:off x="13566462" y="541257"/>
            <a:ext cx="720000" cy="259883"/>
          </a:xfrm>
          <a:prstGeom prst="roundRect">
            <a:avLst>
              <a:gd name="adj" fmla="val 8297"/>
            </a:avLst>
          </a:prstGeom>
          <a:solidFill>
            <a:srgbClr val="EEF8FE"/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ysClr val="windowText" lastClr="000000"/>
                </a:solidFill>
              </a:rPr>
              <a:t>#EEF8FE</a:t>
            </a:r>
          </a:p>
        </p:txBody>
      </p:sp>
      <p:sp>
        <p:nvSpPr>
          <p:cNvPr id="19" name="Rechteck: abgerundete Ecken 29">
            <a:extLst>
              <a:ext uri="{FF2B5EF4-FFF2-40B4-BE49-F238E27FC236}">
                <a16:creationId xmlns:a16="http://schemas.microsoft.com/office/drawing/2014/main" id="{C5D5D885-5CC1-9B44-A3E8-37E85446630E}"/>
              </a:ext>
            </a:extLst>
          </p:cNvPr>
          <p:cNvSpPr/>
          <p:nvPr userDrawn="1"/>
        </p:nvSpPr>
        <p:spPr>
          <a:xfrm>
            <a:off x="12766333" y="1210159"/>
            <a:ext cx="720000" cy="259883"/>
          </a:xfrm>
          <a:prstGeom prst="roundRect">
            <a:avLst>
              <a:gd name="adj" fmla="val 8297"/>
            </a:avLst>
          </a:prstGeom>
          <a:solidFill>
            <a:srgbClr val="484848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bg1"/>
                </a:solidFill>
              </a:rPr>
              <a:t>#484848</a:t>
            </a:r>
          </a:p>
        </p:txBody>
      </p:sp>
      <p:sp>
        <p:nvSpPr>
          <p:cNvPr id="20" name="Rechteck: abgerundete Ecken 29">
            <a:extLst>
              <a:ext uri="{FF2B5EF4-FFF2-40B4-BE49-F238E27FC236}">
                <a16:creationId xmlns:a16="http://schemas.microsoft.com/office/drawing/2014/main" id="{53704AA4-EF15-9DEE-8F26-0758C09775C2}"/>
              </a:ext>
            </a:extLst>
          </p:cNvPr>
          <p:cNvSpPr/>
          <p:nvPr userDrawn="1"/>
        </p:nvSpPr>
        <p:spPr>
          <a:xfrm>
            <a:off x="13566462" y="1553772"/>
            <a:ext cx="720000" cy="259883"/>
          </a:xfrm>
          <a:prstGeom prst="roundRect">
            <a:avLst>
              <a:gd name="adj" fmla="val 8297"/>
            </a:avLst>
          </a:prstGeom>
          <a:solidFill>
            <a:srgbClr val="F9F9F9"/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ysClr val="windowText" lastClr="000000"/>
                </a:solidFill>
              </a:rPr>
              <a:t>#F9F9F9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D3BF178-507F-8121-0EB2-C005803F6EB6}"/>
              </a:ext>
            </a:extLst>
          </p:cNvPr>
          <p:cNvSpPr txBox="1"/>
          <p:nvPr userDrawn="1"/>
        </p:nvSpPr>
        <p:spPr>
          <a:xfrm>
            <a:off x="12838754" y="207333"/>
            <a:ext cx="12472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dirty="0">
                <a:latin typeface="Arial Nova Light" panose="020B0304020202020204" pitchFamily="34" charset="0"/>
              </a:rPr>
              <a:t>Unsere Farben:</a:t>
            </a:r>
          </a:p>
        </p:txBody>
      </p:sp>
      <p:sp>
        <p:nvSpPr>
          <p:cNvPr id="22" name="Rechteck: abgerundete Ecken 29">
            <a:extLst>
              <a:ext uri="{FF2B5EF4-FFF2-40B4-BE49-F238E27FC236}">
                <a16:creationId xmlns:a16="http://schemas.microsoft.com/office/drawing/2014/main" id="{E1050BCD-2A44-9E43-C6FA-BFE7C36435F2}"/>
              </a:ext>
            </a:extLst>
          </p:cNvPr>
          <p:cNvSpPr/>
          <p:nvPr userDrawn="1"/>
        </p:nvSpPr>
        <p:spPr>
          <a:xfrm>
            <a:off x="13566462" y="3578804"/>
            <a:ext cx="720000" cy="259883"/>
          </a:xfrm>
          <a:prstGeom prst="roundRect">
            <a:avLst>
              <a:gd name="adj" fmla="val 8297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ysClr val="windowText" lastClr="000000"/>
                </a:solidFill>
              </a:rPr>
              <a:t>#FFFFFF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C75C8E98-977C-919A-1655-67E310A80E3B}"/>
              </a:ext>
            </a:extLst>
          </p:cNvPr>
          <p:cNvSpPr txBox="1"/>
          <p:nvPr userDrawn="1"/>
        </p:nvSpPr>
        <p:spPr>
          <a:xfrm>
            <a:off x="12684916" y="3967084"/>
            <a:ext cx="17788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000" b="0" dirty="0">
                <a:latin typeface="Arial Nova" panose="020B0504020202020204" pitchFamily="34" charset="0"/>
              </a:rPr>
              <a:t>&gt;</a:t>
            </a:r>
            <a:r>
              <a:rPr lang="de-DE" sz="1000" dirty="0">
                <a:latin typeface="Arial Nova Light" panose="020B0304020202020204" pitchFamily="34" charset="0"/>
              </a:rPr>
              <a:t> Bitte starke Farbkontraste (z.B. orangener Text auf </a:t>
            </a:r>
            <a:r>
              <a:rPr lang="de-DE" sz="1000" dirty="0" err="1">
                <a:latin typeface="Arial Nova Light" panose="020B0304020202020204" pitchFamily="34" charset="0"/>
              </a:rPr>
              <a:t>cyaner</a:t>
            </a:r>
            <a:r>
              <a:rPr lang="de-DE" sz="1000" dirty="0">
                <a:latin typeface="Arial Nova Light" panose="020B0304020202020204" pitchFamily="34" charset="0"/>
              </a:rPr>
              <a:t> Fläche) vermeiden.</a:t>
            </a:r>
          </a:p>
        </p:txBody>
      </p:sp>
      <p:sp>
        <p:nvSpPr>
          <p:cNvPr id="24" name="Rechteck: abgerundete Ecken 29">
            <a:extLst>
              <a:ext uri="{FF2B5EF4-FFF2-40B4-BE49-F238E27FC236}">
                <a16:creationId xmlns:a16="http://schemas.microsoft.com/office/drawing/2014/main" id="{A9F344DD-F42D-4BE4-2254-421B16D1B0F6}"/>
              </a:ext>
            </a:extLst>
          </p:cNvPr>
          <p:cNvSpPr/>
          <p:nvPr userDrawn="1"/>
        </p:nvSpPr>
        <p:spPr>
          <a:xfrm>
            <a:off x="12766333" y="3245263"/>
            <a:ext cx="720000" cy="259883"/>
          </a:xfrm>
          <a:prstGeom prst="roundRect">
            <a:avLst>
              <a:gd name="adj" fmla="val 8297"/>
            </a:avLst>
          </a:prstGeom>
          <a:solidFill>
            <a:srgbClr val="6B9714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bg1"/>
                </a:solidFill>
              </a:rPr>
              <a:t>#6B9714</a:t>
            </a:r>
          </a:p>
        </p:txBody>
      </p:sp>
      <p:sp>
        <p:nvSpPr>
          <p:cNvPr id="31" name="Titelplatzhalter 30">
            <a:extLst>
              <a:ext uri="{FF2B5EF4-FFF2-40B4-BE49-F238E27FC236}">
                <a16:creationId xmlns:a16="http://schemas.microsoft.com/office/drawing/2014/main" id="{C5578846-2568-649D-9168-330886BCF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266" y="709292"/>
            <a:ext cx="10442575" cy="50086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de-DE" dirty="0"/>
              <a:t>Überschrift hier einfügen …</a:t>
            </a:r>
          </a:p>
        </p:txBody>
      </p:sp>
    </p:spTree>
    <p:extLst>
      <p:ext uri="{BB962C8B-B14F-4D97-AF65-F5344CB8AC3E}">
        <p14:creationId xmlns:p14="http://schemas.microsoft.com/office/powerpoint/2010/main" val="4012333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  <p:sldLayoutId id="2147483777" r:id="rId21"/>
    <p:sldLayoutId id="2147483778" r:id="rId22"/>
    <p:sldLayoutId id="2147483779" r:id="rId23"/>
    <p:sldLayoutId id="2147483780" r:id="rId2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spcAft>
          <a:spcPts val="0"/>
        </a:spcAft>
        <a:buClr>
          <a:schemeClr val="accent5"/>
        </a:buClr>
        <a:buFont typeface="Arial Nova" panose="020B0504020202020204" pitchFamily="34" charset="0"/>
        <a:buChar char="&gt;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spcAft>
          <a:spcPts val="0"/>
        </a:spcAft>
        <a:buClr>
          <a:schemeClr val="accent5"/>
        </a:buClr>
        <a:buFont typeface="Arial Nova" panose="020B0504020202020204" pitchFamily="34" charset="0"/>
        <a:buChar char="&gt;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spcAft>
          <a:spcPts val="0"/>
        </a:spcAft>
        <a:buClr>
          <a:schemeClr val="accent5"/>
        </a:buClr>
        <a:buFont typeface="Arial Nova" panose="020B05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spcAft>
          <a:spcPts val="0"/>
        </a:spcAft>
        <a:buClr>
          <a:schemeClr val="accent5"/>
        </a:buClr>
        <a:buFont typeface="Arial Nova" panose="020B0504020202020204" pitchFamily="34" charset="0"/>
        <a:buChar char="&gt;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marR="0" indent="0" algn="l" defTabSz="914400" rtl="0" eaLnBrk="1" fontAlgn="auto" latinLnBrk="0" hangingPunct="1">
        <a:lnSpc>
          <a:spcPct val="130000"/>
        </a:lnSpc>
        <a:spcBef>
          <a:spcPts val="500"/>
        </a:spcBef>
        <a:spcAft>
          <a:spcPts val="0"/>
        </a:spcAft>
        <a:buClr>
          <a:schemeClr val="accent5"/>
        </a:buClr>
        <a:buSzTx/>
        <a:buFont typeface="Arial Nova" panose="020B0504020202020204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9">
          <p15:clr>
            <a:srgbClr val="A4A3A4"/>
          </p15:clr>
        </p15:guide>
        <p15:guide id="2" orient="horz" pos="4020">
          <p15:clr>
            <a:srgbClr val="A4A3A4"/>
          </p15:clr>
        </p15:guide>
        <p15:guide id="4" pos="551">
          <p15:clr>
            <a:srgbClr val="A4A3A4"/>
          </p15:clr>
        </p15:guide>
        <p15:guide id="5" pos="7129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hyperlink" Target="https://confluence.doubleslash.de/confluence/spaces/M/pages/356816832/How+To+Mediaspace-Addin+f%C3%BCr+Powerpoint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icons.doubleslash.de/" TargetMode="External"/><Relationship Id="rId11" Type="http://schemas.openxmlformats.org/officeDocument/2006/relationships/hyperlink" Target="https://confluence.doubleslash.de/confluence/display/DUE/Feedback+doubleSlash+PowerPoint+Vorlagen" TargetMode="External"/><Relationship Id="rId5" Type="http://schemas.openxmlformats.org/officeDocument/2006/relationships/hyperlink" Target="https://media.admins.doubleslash.de/share/1739872844tyuLfyeiVdZxcf/media" TargetMode="External"/><Relationship Id="rId10" Type="http://schemas.openxmlformats.org/officeDocument/2006/relationships/hyperlink" Target="https://confluence.doubleslash.de/confluence/display/M/13.1+How+to%3A+PowerPoint+Vorlagen+verwenden" TargetMode="External"/><Relationship Id="rId4" Type="http://schemas.openxmlformats.org/officeDocument/2006/relationships/hyperlink" Target="https://media.doubleslash.de/" TargetMode="External"/><Relationship Id="rId9" Type="http://schemas.openxmlformats.org/officeDocument/2006/relationships/hyperlink" Target="https://confluence.doubleslash.de/confluence/display/DUE/How+to%3A+PowerPoint+Vorlagen+verwende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hyperlink" Target="https://confluence.doubleslash.de/confluence/display/M/13.1+How+to%3A+PowerPoint+Vorlagen+verwende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nfluence.doubleslash.de/confluence/display/DUE/How+to%3A+PowerPoint+Vorlagen+verwenden" TargetMode="External"/><Relationship Id="rId5" Type="http://schemas.openxmlformats.org/officeDocument/2006/relationships/hyperlink" Target="https://media.doubleslash.de/" TargetMode="External"/><Relationship Id="rId4" Type="http://schemas.openxmlformats.org/officeDocument/2006/relationships/hyperlink" Target="https://confluence.doubleslash.de/confluence/display/DUE/Feedback+doubleSlash+PowerPoint+Vorlage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doubleslash.de/confluence/display/DUE/Feedback+doubleSlash+PowerPoint+Vorlagen" TargetMode="External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confluence.doubleslash.de/confluence/display/M/13.1+How+to%3A+PowerPoint+Vorlagen+verwenden" TargetMode="External"/><Relationship Id="rId5" Type="http://schemas.openxmlformats.org/officeDocument/2006/relationships/hyperlink" Target="https://confluence.doubleslash.de/confluence/display/DUE/How+to%3A+PowerPoint+Vorlagen+verwenden" TargetMode="External"/><Relationship Id="rId4" Type="http://schemas.openxmlformats.org/officeDocument/2006/relationships/hyperlink" Target="https://media.doubleslash.de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doubleslash.de/confluence/display/DUE/Feedback+doubleSlash+PowerPoint+Vorlage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onfluence.doubleslash.de/confluence/display/M/13.1+How+to%3A+PowerPoint+Vorlagen+verwenden" TargetMode="External"/><Relationship Id="rId5" Type="http://schemas.openxmlformats.org/officeDocument/2006/relationships/hyperlink" Target="https://confluence.doubleslash.de/confluence/display/DUE/How+to%3A+PowerPoint+Vorlagen+verwenden" TargetMode="External"/><Relationship Id="rId4" Type="http://schemas.openxmlformats.org/officeDocument/2006/relationships/hyperlink" Target="https://media.doubleslash.de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doubleslash.de/confluence/display/DUE/Feedback+doubleSlash+PowerPoint+Vorlage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onfluence.doubleslash.de/confluence/display/M/13.1+How+to%3A+PowerPoint+Vorlagen+verwenden" TargetMode="External"/><Relationship Id="rId5" Type="http://schemas.openxmlformats.org/officeDocument/2006/relationships/hyperlink" Target="https://confluence.doubleslash.de/confluence/display/DUE/How+to%3A+PowerPoint+Vorlagen+verwenden" TargetMode="External"/><Relationship Id="rId4" Type="http://schemas.openxmlformats.org/officeDocument/2006/relationships/hyperlink" Target="https://media.doubleslash.de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doubleslash.de/confluence/display/DUE/Feedback+doubleSlash+PowerPoint+Vorlage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onfluence.doubleslash.de/confluence/display/M/13.1+How+to%3A+PowerPoint+Vorlagen+verwenden" TargetMode="External"/><Relationship Id="rId5" Type="http://schemas.openxmlformats.org/officeDocument/2006/relationships/hyperlink" Target="https://confluence.doubleslash.de/confluence/display/DUE/How+to%3A+PowerPoint+Vorlagen+verwenden" TargetMode="External"/><Relationship Id="rId4" Type="http://schemas.openxmlformats.org/officeDocument/2006/relationships/hyperlink" Target="https://media.doubleslash.de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doubleslash.de/confluence/display/DUE/Feedback+doubleSlash+PowerPoint+Vorlagen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onfluence.doubleslash.de/confluence/display/M/13.1+How+to%3A+PowerPoint+Vorlagen+verwenden" TargetMode="External"/><Relationship Id="rId5" Type="http://schemas.openxmlformats.org/officeDocument/2006/relationships/hyperlink" Target="https://confluence.doubleslash.de/confluence/display/DUE/How+to%3A+PowerPoint+Vorlagen+verwenden" TargetMode="External"/><Relationship Id="rId4" Type="http://schemas.openxmlformats.org/officeDocument/2006/relationships/hyperlink" Target="https://media.doubleslash.de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doubleslash.de/confluence/display/DUE/Feedback+doubleSlash+PowerPoint+Vorlage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onfluence.doubleslash.de/confluence/display/M/13.1+How+to%3A+PowerPoint+Vorlagen+verwenden" TargetMode="External"/><Relationship Id="rId5" Type="http://schemas.openxmlformats.org/officeDocument/2006/relationships/hyperlink" Target="https://confluence.doubleslash.de/confluence/display/DUE/How+to%3A+PowerPoint+Vorlagen+verwenden" TargetMode="External"/><Relationship Id="rId4" Type="http://schemas.openxmlformats.org/officeDocument/2006/relationships/hyperlink" Target="https://media.doubleslash.de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confluence.doubleslash.de/confluence/display/DUE/Feedback+doubleSlash+PowerPoint+Vorlage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nfluence.doubleslash.de/confluence/display/M/13.1+How+to%3A+PowerPoint+Vorlagen+verwenden" TargetMode="External"/><Relationship Id="rId5" Type="http://schemas.openxmlformats.org/officeDocument/2006/relationships/hyperlink" Target="https://confluence.doubleslash.de/confluence/display/DUE/How+to%3A+PowerPoint+Vorlagen+verwenden" TargetMode="External"/><Relationship Id="rId4" Type="http://schemas.openxmlformats.org/officeDocument/2006/relationships/hyperlink" Target="https://media.doubleslash.d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F5B68345-ADF4-C303-7FA2-098AF63C15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>
                <a:latin typeface="Arial Nova" panose="020B0504020202020204" pitchFamily="34" charset="0"/>
              </a:rPr>
              <a:t>Schriften / Text:</a:t>
            </a:r>
          </a:p>
          <a:p>
            <a:pPr marL="285750" indent="-285750">
              <a:buClr>
                <a:schemeClr val="accent5"/>
              </a:buClr>
              <a:buFont typeface="Arial Nova" panose="020B0504020202020204" pitchFamily="34" charset="0"/>
              <a:buChar char="&gt;"/>
            </a:pPr>
            <a:r>
              <a:rPr lang="de-DE" dirty="0">
                <a:latin typeface="Arial Nova Light" panose="020B0304020202020204" pitchFamily="34" charset="0"/>
              </a:rPr>
              <a:t>Überschriften: 28, Überschriften Layout-Folien: 36, Zwischenüberschriften: 16 &amp; </a:t>
            </a:r>
            <a:r>
              <a:rPr lang="de-DE" dirty="0" err="1">
                <a:latin typeface="Arial Nova" panose="020B0504020202020204" pitchFamily="34" charset="0"/>
              </a:rPr>
              <a:t>bold</a:t>
            </a:r>
            <a:endParaRPr lang="de-DE" dirty="0">
              <a:latin typeface="Arial Nova" panose="020B0504020202020204" pitchFamily="34" charset="0"/>
            </a:endParaRPr>
          </a:p>
          <a:p>
            <a:pPr marL="285750" indent="-285750">
              <a:buClr>
                <a:schemeClr val="accent5"/>
              </a:buClr>
              <a:buFont typeface="Arial Nova" panose="020B0504020202020204" pitchFamily="34" charset="0"/>
              <a:buChar char="&gt;"/>
            </a:pPr>
            <a:r>
              <a:rPr lang="de-DE" dirty="0">
                <a:latin typeface="Arial Nova Light" panose="020B0304020202020204" pitchFamily="34" charset="0"/>
              </a:rPr>
              <a:t>Textgröße Standard: 16 </a:t>
            </a:r>
            <a:r>
              <a:rPr lang="de-DE" dirty="0"/>
              <a:t>➜</a:t>
            </a:r>
            <a:r>
              <a:rPr lang="de-DE" dirty="0">
                <a:latin typeface="Arial Nova Light" panose="020B0304020202020204" pitchFamily="34" charset="0"/>
                <a:sym typeface="Wingdings" panose="05000000000000000000" pitchFamily="2" charset="2"/>
              </a:rPr>
              <a:t> Spielraum </a:t>
            </a:r>
            <a:r>
              <a:rPr lang="de-DE" dirty="0">
                <a:latin typeface="Arial Nova Light" panose="020B0304020202020204" pitchFamily="34" charset="0"/>
              </a:rPr>
              <a:t>zwischen den Schriftgrößen 14 – 18, Zeilenabstand Fließtext </a:t>
            </a:r>
            <a:r>
              <a:rPr lang="de-DE" dirty="0"/>
              <a:t>➜</a:t>
            </a:r>
            <a:r>
              <a:rPr lang="de-DE" dirty="0">
                <a:latin typeface="Arial Nova Light" panose="020B0304020202020204" pitchFamily="34" charset="0"/>
                <a:sym typeface="Wingdings" panose="05000000000000000000" pitchFamily="2" charset="2"/>
              </a:rPr>
              <a:t> Mehrfach 1,3</a:t>
            </a:r>
          </a:p>
          <a:p>
            <a:pPr marL="285750" indent="-285750">
              <a:buClr>
                <a:schemeClr val="accent5"/>
              </a:buClr>
              <a:buFont typeface="Arial Nova" panose="020B0504020202020204" pitchFamily="34" charset="0"/>
              <a:buChar char="&gt;"/>
            </a:pPr>
            <a:r>
              <a:rPr lang="de-DE" dirty="0">
                <a:latin typeface="Arial Nova Light" panose="020B0304020202020204" pitchFamily="34" charset="0"/>
                <a:sym typeface="Wingdings" panose="05000000000000000000" pitchFamily="2" charset="2"/>
              </a:rPr>
              <a:t>Texthervorhebungen in schwarz &amp; </a:t>
            </a:r>
            <a:r>
              <a:rPr lang="de-DE" dirty="0">
                <a:latin typeface="Arial Nova" panose="020B0504020202020204" pitchFamily="34" charset="0"/>
                <a:sym typeface="Wingdings" panose="05000000000000000000" pitchFamily="2" charset="2"/>
              </a:rPr>
              <a:t>Arial Nova</a:t>
            </a:r>
          </a:p>
          <a:p>
            <a:r>
              <a:rPr lang="de-DE" dirty="0">
                <a:latin typeface="Arial Nova" panose="020B0504020202020204" pitchFamily="34" charset="0"/>
              </a:rPr>
              <a:t>Bilder:</a:t>
            </a:r>
            <a:endParaRPr lang="de-DE" dirty="0">
              <a:latin typeface="Arial Nova" panose="020B0504020202020204" pitchFamily="34" charset="0"/>
              <a:sym typeface="Wingdings" panose="05000000000000000000" pitchFamily="2" charset="2"/>
            </a:endParaRPr>
          </a:p>
          <a:p>
            <a:r>
              <a:rPr lang="de-DE" dirty="0"/>
              <a:t>Du suchst passende Medien oder Bildmaterial für deine Präsentation? </a:t>
            </a:r>
          </a:p>
          <a:p>
            <a:r>
              <a:rPr lang="de-DE" dirty="0"/>
              <a:t>Über das </a:t>
            </a:r>
            <a:r>
              <a:rPr lang="de-DE" dirty="0">
                <a:hlinkClick r:id="rId3"/>
              </a:rPr>
              <a:t>Mediaspace-Addin</a:t>
            </a:r>
            <a:r>
              <a:rPr lang="de-DE" dirty="0"/>
              <a:t> oder unter</a:t>
            </a:r>
            <a:r>
              <a:rPr lang="de-DE" dirty="0">
                <a:latin typeface="Arial Nova" panose="020B0504020202020204" pitchFamily="34" charset="0"/>
              </a:rPr>
              <a:t> </a:t>
            </a:r>
            <a:r>
              <a:rPr lang="de-DE" dirty="0">
                <a:solidFill>
                  <a:srgbClr val="00759E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media.doubleslash.de</a:t>
            </a:r>
            <a:r>
              <a:rPr lang="de-DE" dirty="0">
                <a:solidFill>
                  <a:srgbClr val="00759E"/>
                </a:solidFill>
              </a:rPr>
              <a:t> </a:t>
            </a:r>
            <a:r>
              <a:rPr lang="de-DE" dirty="0"/>
              <a:t>➜ Schlagwort „</a:t>
            </a:r>
            <a:r>
              <a:rPr lang="de-DE" dirty="0" err="1">
                <a:latin typeface="Arial Nova" panose="020B0504020202020204" pitchFamily="34" charset="0"/>
              </a:rPr>
              <a:t>Powerpoint</a:t>
            </a:r>
            <a:r>
              <a:rPr lang="de-DE" dirty="0">
                <a:latin typeface="Arial Nova" panose="020B0504020202020204" pitchFamily="34" charset="0"/>
              </a:rPr>
              <a:t> Titelbild</a:t>
            </a:r>
            <a:r>
              <a:rPr lang="de-DE" dirty="0"/>
              <a:t>“ findest du eine Auswahl an Bildvorschlägen.</a:t>
            </a:r>
            <a:endParaRPr lang="de-DE" dirty="0">
              <a:solidFill>
                <a:schemeClr val="accent1"/>
              </a:solidFill>
            </a:endParaRPr>
          </a:p>
          <a:p>
            <a:r>
              <a:rPr lang="de-DE" dirty="0">
                <a:latin typeface="Arial Nova" panose="020B0504020202020204" pitchFamily="34" charset="0"/>
                <a:sym typeface="Wingdings" panose="05000000000000000000" pitchFamily="2" charset="2"/>
              </a:rPr>
              <a:t>Icons:</a:t>
            </a:r>
          </a:p>
          <a:p>
            <a:r>
              <a:rPr lang="de-DE" dirty="0">
                <a:latin typeface="Arial Nova Light" panose="020B0304020202020204" pitchFamily="34" charset="0"/>
                <a:sym typeface="Wingdings" panose="05000000000000000000" pitchFamily="2" charset="2"/>
              </a:rPr>
              <a:t>Unsere Icons kannst du </a:t>
            </a:r>
            <a:r>
              <a:rPr lang="de-DE" dirty="0">
                <a:latin typeface="Arial Nova Light" panose="020B0304020202020204" pitchFamily="34" charset="0"/>
                <a:sym typeface="Wingdings" panose="05000000000000000000" pitchFamily="2" charset="2"/>
                <a:hlinkClick r:id="rId5"/>
              </a:rPr>
              <a:t>hier</a:t>
            </a:r>
            <a:r>
              <a:rPr lang="de-DE" dirty="0">
                <a:latin typeface="Arial Nova Light" panose="020B0304020202020204" pitchFamily="34" charset="0"/>
                <a:sym typeface="Wingdings" panose="05000000000000000000" pitchFamily="2" charset="2"/>
              </a:rPr>
              <a:t> vorformatiert als SVG herunterladen. Die unformatierten Icons findest du </a:t>
            </a:r>
            <a:r>
              <a:rPr lang="de-DE" dirty="0">
                <a:latin typeface="Arial Nova Light" panose="020B0304020202020204" pitchFamily="34" charset="0"/>
                <a:sym typeface="Wingdings" panose="05000000000000000000" pitchFamily="2" charset="2"/>
                <a:hlinkClick r:id="rId6"/>
              </a:rPr>
              <a:t>hier</a:t>
            </a:r>
            <a:r>
              <a:rPr lang="de-DE" dirty="0">
                <a:latin typeface="Arial Nova Light" panose="020B0304020202020204" pitchFamily="34" charset="0"/>
                <a:sym typeface="Wingdings" panose="05000000000000000000" pitchFamily="2" charset="2"/>
              </a:rPr>
              <a:t>.</a:t>
            </a:r>
            <a:endParaRPr lang="de-DE" dirty="0">
              <a:solidFill>
                <a:srgbClr val="00759E"/>
              </a:solidFill>
              <a:latin typeface="Arial Nova" panose="020B0504020202020204" pitchFamily="34" charset="0"/>
              <a:sym typeface="Wingdings" panose="05000000000000000000" pitchFamily="2" charset="2"/>
            </a:endParaRPr>
          </a:p>
          <a:p>
            <a:r>
              <a:rPr lang="de-DE" dirty="0">
                <a:latin typeface="Arial Nova" panose="020B0504020202020204" pitchFamily="34" charset="0"/>
                <a:sym typeface="Wingdings" panose="05000000000000000000" pitchFamily="2" charset="2"/>
              </a:rPr>
              <a:t>Logo:</a:t>
            </a:r>
          </a:p>
          <a:p>
            <a:r>
              <a:rPr lang="de-DE" dirty="0">
                <a:latin typeface="Arial Nova Light" panose="020B0304020202020204" pitchFamily="34" charset="0"/>
              </a:rPr>
              <a:t>Bitte verwende unser Schwarzes </a:t>
            </a:r>
            <a:r>
              <a:rPr lang="de-DE" dirty="0" err="1">
                <a:latin typeface="Arial Nova Light" panose="020B0304020202020204" pitchFamily="34" charset="0"/>
              </a:rPr>
              <a:t>doubleSlash</a:t>
            </a:r>
            <a:r>
              <a:rPr lang="de-DE" dirty="0">
                <a:latin typeface="Arial Nova Light" panose="020B0304020202020204" pitchFamily="34" charset="0"/>
              </a:rPr>
              <a:t> Logo:</a:t>
            </a:r>
          </a:p>
          <a:p>
            <a:endParaRPr lang="de-DE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73B20DC9-CA6B-4E16-AF3B-2CBEE58A5E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31653" y="5720330"/>
            <a:ext cx="1165105" cy="346212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D9440CD7-94D3-2001-F6DC-AB1C7B4B1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817" y="2715254"/>
            <a:ext cx="3040236" cy="1427491"/>
          </a:xfrm>
        </p:spPr>
        <p:txBody>
          <a:bodyPr/>
          <a:lstStyle/>
          <a:p>
            <a:r>
              <a:rPr lang="de-DE" dirty="0">
                <a:latin typeface="Arial Nova Light" panose="020B0304020202020204" pitchFamily="34" charset="0"/>
              </a:rPr>
              <a:t>Design-Guideline</a:t>
            </a:r>
            <a:br>
              <a:rPr lang="de-DE" dirty="0">
                <a:latin typeface="Arial Nova Light" panose="020B0304020202020204" pitchFamily="34" charset="0"/>
              </a:rPr>
            </a:br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4A13E8FB-5058-6DDE-302B-A0938082F35D}"/>
              </a:ext>
            </a:extLst>
          </p:cNvPr>
          <p:cNvGrpSpPr/>
          <p:nvPr/>
        </p:nvGrpSpPr>
        <p:grpSpPr>
          <a:xfrm>
            <a:off x="12317462" y="4785554"/>
            <a:ext cx="2385946" cy="2078802"/>
            <a:chOff x="12317462" y="4785554"/>
            <a:chExt cx="2385946" cy="2078802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83E499DE-F612-2121-BAE8-E0C02E6CE13D}"/>
                </a:ext>
              </a:extLst>
            </p:cNvPr>
            <p:cNvGrpSpPr/>
            <p:nvPr userDrawn="1"/>
          </p:nvGrpSpPr>
          <p:grpSpPr>
            <a:xfrm>
              <a:off x="12317462" y="4785554"/>
              <a:ext cx="2370088" cy="778607"/>
              <a:chOff x="12317462" y="-10160"/>
              <a:chExt cx="2370088" cy="778607"/>
            </a:xfrm>
          </p:grpSpPr>
          <p:sp>
            <p:nvSpPr>
              <p:cNvPr id="13" name="Rectangle: Rounded Corners 86">
                <a:hlinkClick r:id="rId4"/>
                <a:extLst>
                  <a:ext uri="{FF2B5EF4-FFF2-40B4-BE49-F238E27FC236}">
                    <a16:creationId xmlns:a16="http://schemas.microsoft.com/office/drawing/2014/main" id="{F214D8A3-E6ED-FD6D-21BD-7F014F9EEAC4}"/>
                  </a:ext>
                </a:extLst>
              </p:cNvPr>
              <p:cNvSpPr/>
              <p:nvPr userDrawn="1"/>
            </p:nvSpPr>
            <p:spPr>
              <a:xfrm>
                <a:off x="12317462" y="-10160"/>
                <a:ext cx="2370088" cy="750398"/>
              </a:xfrm>
              <a:prstGeom prst="roundRect">
                <a:avLst>
                  <a:gd name="adj" fmla="val 5395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" name="Textfeld 13">
                <a:hlinkClick r:id="rId4"/>
                <a:extLst>
                  <a:ext uri="{FF2B5EF4-FFF2-40B4-BE49-F238E27FC236}">
                    <a16:creationId xmlns:a16="http://schemas.microsoft.com/office/drawing/2014/main" id="{82B21CA2-36EB-A1C2-F765-6B74EA64BF87}"/>
                  </a:ext>
                </a:extLst>
              </p:cNvPr>
              <p:cNvSpPr txBox="1"/>
              <p:nvPr userDrawn="1"/>
            </p:nvSpPr>
            <p:spPr>
              <a:xfrm>
                <a:off x="12448441" y="122116"/>
                <a:ext cx="21209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de-DE" sz="1200" dirty="0">
                    <a:latin typeface="Arial Nova Light" panose="020B0304020202020204" pitchFamily="34" charset="0"/>
                  </a:rPr>
                  <a:t>Unsere Bilder und Icons:</a:t>
                </a:r>
              </a:p>
              <a:p>
                <a:pPr algn="l"/>
                <a:r>
                  <a:rPr lang="de-DE" sz="1200" u="sng" dirty="0">
                    <a:solidFill>
                      <a:srgbClr val="00759E"/>
                    </a:solidFill>
                    <a:latin typeface="Arial Nova Light" panose="020B0304020202020204" pitchFamily="34" charset="0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media.doubleslash.de</a:t>
                </a:r>
                <a:endPara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endParaRPr>
              </a:p>
              <a:p>
                <a:pPr algn="l"/>
                <a:endParaRPr lang="de-DE" sz="1200" u="sng" dirty="0">
                  <a:solidFill>
                    <a:schemeClr val="tx2"/>
                  </a:solidFill>
                  <a:latin typeface="Arial Nova Light" panose="020B0304020202020204" pitchFamily="34" charset="0"/>
                </a:endParaRPr>
              </a:p>
            </p:txBody>
          </p:sp>
        </p:grpSp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4D602F88-C3B6-954F-DF3C-86D06B1D5085}"/>
                </a:ext>
              </a:extLst>
            </p:cNvPr>
            <p:cNvGrpSpPr/>
            <p:nvPr userDrawn="1"/>
          </p:nvGrpSpPr>
          <p:grpSpPr>
            <a:xfrm>
              <a:off x="12326985" y="5653669"/>
              <a:ext cx="2370322" cy="546410"/>
              <a:chOff x="12326985" y="5653669"/>
              <a:chExt cx="2370322" cy="546410"/>
            </a:xfrm>
          </p:grpSpPr>
          <p:sp>
            <p:nvSpPr>
              <p:cNvPr id="11" name="Rectangle: Rounded Corners 86">
                <a:hlinkClick r:id="rId9"/>
                <a:extLst>
                  <a:ext uri="{FF2B5EF4-FFF2-40B4-BE49-F238E27FC236}">
                    <a16:creationId xmlns:a16="http://schemas.microsoft.com/office/drawing/2014/main" id="{5DF1925A-ED7B-56F2-F11B-1DD195F4B290}"/>
                  </a:ext>
                </a:extLst>
              </p:cNvPr>
              <p:cNvSpPr/>
              <p:nvPr userDrawn="1"/>
            </p:nvSpPr>
            <p:spPr>
              <a:xfrm>
                <a:off x="12326985" y="5653669"/>
                <a:ext cx="2370322" cy="546410"/>
              </a:xfrm>
              <a:prstGeom prst="roundRect">
                <a:avLst>
                  <a:gd name="adj" fmla="val 9949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" name="Textfeld 11">
                <a:hlinkClick r:id="rId9"/>
                <a:extLst>
                  <a:ext uri="{FF2B5EF4-FFF2-40B4-BE49-F238E27FC236}">
                    <a16:creationId xmlns:a16="http://schemas.microsoft.com/office/drawing/2014/main" id="{2C96FE16-63D3-AF70-0D60-6CE2EE5F0F4B}"/>
                  </a:ext>
                </a:extLst>
              </p:cNvPr>
              <p:cNvSpPr txBox="1"/>
              <p:nvPr userDrawn="1"/>
            </p:nvSpPr>
            <p:spPr>
              <a:xfrm>
                <a:off x="12457963" y="5759407"/>
                <a:ext cx="2205890" cy="307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600"/>
                  </a:spcAft>
                </a:pPr>
                <a:r>
                  <a:rPr lang="de-DE" sz="1200" u="sng" dirty="0" err="1">
                    <a:solidFill>
                      <a:srgbClr val="00759E"/>
                    </a:solidFill>
                    <a:latin typeface="Arial Nova Light" panose="020B0304020202020204" pitchFamily="34" charset="0"/>
                  </a:rPr>
                  <a:t>How-to</a:t>
                </a:r>
                <a:r>
                  <a:rPr lang="de-DE" sz="1200" u="sng" dirty="0">
                    <a:solidFill>
                      <a:srgbClr val="00759E"/>
                    </a:solidFill>
                    <a:latin typeface="Arial Nova Light" panose="020B0304020202020204" pitchFamily="34" charset="0"/>
                  </a:rPr>
                  <a:t> </a:t>
                </a:r>
                <a:r>
                  <a:rPr lang="de-DE" sz="1200" u="sng" dirty="0">
                    <a:solidFill>
                      <a:srgbClr val="00759E"/>
                    </a:solidFill>
                    <a:latin typeface="Arial Nova Light" panose="020B0304020202020204" pitchFamily="34" charset="0"/>
                    <a:hlinkClick r:id="rId9"/>
                  </a:rPr>
                  <a:t>Vorlagen</a:t>
                </a:r>
                <a:r>
                  <a:rPr lang="de-DE" sz="1200" u="sng" dirty="0">
                    <a:solidFill>
                      <a:srgbClr val="00759E"/>
                    </a:solidFill>
                    <a:latin typeface="Arial Nova Light" panose="020B0304020202020204" pitchFamily="34" charset="0"/>
                  </a:rPr>
                  <a:t> </a:t>
                </a:r>
                <a:r>
                  <a:rPr lang="de-DE" sz="1200" u="sng" dirty="0">
                    <a:solidFill>
                      <a:srgbClr val="00759E"/>
                    </a:solidFill>
                    <a:latin typeface="Arial Nova Light" panose="020B0304020202020204" pitchFamily="34" charset="0"/>
                    <a:hlinkClick r:id="rId10"/>
                  </a:rPr>
                  <a:t>verwenden</a:t>
                </a:r>
                <a:endPara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endParaRPr>
              </a:p>
            </p:txBody>
          </p:sp>
        </p:grpSp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996545E7-78C0-E49E-8023-2647A90CDE64}"/>
                </a:ext>
              </a:extLst>
            </p:cNvPr>
            <p:cNvGrpSpPr/>
            <p:nvPr userDrawn="1"/>
          </p:nvGrpSpPr>
          <p:grpSpPr>
            <a:xfrm>
              <a:off x="12326985" y="6317946"/>
              <a:ext cx="2376423" cy="546410"/>
              <a:chOff x="12326985" y="6317946"/>
              <a:chExt cx="2376423" cy="546410"/>
            </a:xfrm>
          </p:grpSpPr>
          <p:sp>
            <p:nvSpPr>
              <p:cNvPr id="9" name="Rectangle: Rounded Corners 86">
                <a:hlinkClick r:id="rId11"/>
                <a:extLst>
                  <a:ext uri="{FF2B5EF4-FFF2-40B4-BE49-F238E27FC236}">
                    <a16:creationId xmlns:a16="http://schemas.microsoft.com/office/drawing/2014/main" id="{E232D3A1-B1DA-1FEB-9951-02D45600C20D}"/>
                  </a:ext>
                </a:extLst>
              </p:cNvPr>
              <p:cNvSpPr/>
              <p:nvPr userDrawn="1"/>
            </p:nvSpPr>
            <p:spPr>
              <a:xfrm>
                <a:off x="12326985" y="6317946"/>
                <a:ext cx="2370322" cy="546410"/>
              </a:xfrm>
              <a:prstGeom prst="roundRect">
                <a:avLst>
                  <a:gd name="adj" fmla="val 9949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" name="Textfeld 9">
                <a:hlinkClick r:id="rId11"/>
                <a:extLst>
                  <a:ext uri="{FF2B5EF4-FFF2-40B4-BE49-F238E27FC236}">
                    <a16:creationId xmlns:a16="http://schemas.microsoft.com/office/drawing/2014/main" id="{414FAC32-DB7D-7876-2046-DE348BD1B505}"/>
                  </a:ext>
                </a:extLst>
              </p:cNvPr>
              <p:cNvSpPr txBox="1"/>
              <p:nvPr userDrawn="1"/>
            </p:nvSpPr>
            <p:spPr>
              <a:xfrm>
                <a:off x="12445285" y="6428879"/>
                <a:ext cx="2258123" cy="307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600"/>
                  </a:spcAft>
                </a:pPr>
                <a:r>
                  <a:rPr lang="de-DE" sz="1200" u="sng" dirty="0">
                    <a:solidFill>
                      <a:srgbClr val="00759E"/>
                    </a:solidFill>
                    <a:latin typeface="Arial Nova Light" panose="020B0304020202020204" pitchFamily="34" charset="0"/>
                    <a:hlinkClick r:id="rId11"/>
                  </a:rPr>
                  <a:t>Feedbackseite PPT-Vorlagen</a:t>
                </a:r>
                <a:endPara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3566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platzhalter 13">
            <a:extLst>
              <a:ext uri="{FF2B5EF4-FFF2-40B4-BE49-F238E27FC236}">
                <a16:creationId xmlns:a16="http://schemas.microsoft.com/office/drawing/2014/main" id="{20C131A3-1E67-CA31-8457-7636856058A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/>
        </p:blipFill>
        <p:spPr/>
      </p:pic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E8C090F3-5A04-FB46-DC48-8A7EAE6220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7F8825E-4785-D810-4D9C-C44AD39C12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Projektname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B243F266-271C-BBCE-038B-329AB63441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de-DE" dirty="0">
                <a:solidFill>
                  <a:srgbClr val="7A7B7A"/>
                </a:solidFill>
              </a:rPr>
              <a:t>Kickoff</a:t>
            </a:r>
            <a:endParaRPr lang="de-DE" dirty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4DDF28F3-AD3D-33E8-2EC6-342D22EBF019}"/>
              </a:ext>
            </a:extLst>
          </p:cNvPr>
          <p:cNvGrpSpPr/>
          <p:nvPr/>
        </p:nvGrpSpPr>
        <p:grpSpPr>
          <a:xfrm>
            <a:off x="12317462" y="4785404"/>
            <a:ext cx="2385946" cy="2078952"/>
            <a:chOff x="12317462" y="4785404"/>
            <a:chExt cx="2385946" cy="2078952"/>
          </a:xfrm>
        </p:grpSpPr>
        <p:sp>
          <p:nvSpPr>
            <p:cNvPr id="5" name="Rectangle: Rounded Corners 86">
              <a:hlinkClick r:id="rId4"/>
              <a:extLst>
                <a:ext uri="{FF2B5EF4-FFF2-40B4-BE49-F238E27FC236}">
                  <a16:creationId xmlns:a16="http://schemas.microsoft.com/office/drawing/2014/main" id="{4F411553-8FB7-CD61-4D14-0FF4DCD3AEFF}"/>
                </a:ext>
              </a:extLst>
            </p:cNvPr>
            <p:cNvSpPr/>
            <p:nvPr/>
          </p:nvSpPr>
          <p:spPr>
            <a:xfrm>
              <a:off x="12326985" y="6317946"/>
              <a:ext cx="2370322" cy="546410"/>
            </a:xfrm>
            <a:prstGeom prst="roundRect">
              <a:avLst>
                <a:gd name="adj" fmla="val 9949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Rectangle: Rounded Corners 86">
              <a:hlinkClick r:id="rId5"/>
              <a:extLst>
                <a:ext uri="{FF2B5EF4-FFF2-40B4-BE49-F238E27FC236}">
                  <a16:creationId xmlns:a16="http://schemas.microsoft.com/office/drawing/2014/main" id="{4C797B1C-4707-2D70-24A8-D252C02CCF98}"/>
                </a:ext>
              </a:extLst>
            </p:cNvPr>
            <p:cNvSpPr/>
            <p:nvPr/>
          </p:nvSpPr>
          <p:spPr>
            <a:xfrm>
              <a:off x="12317462" y="4785404"/>
              <a:ext cx="2370088" cy="750398"/>
            </a:xfrm>
            <a:prstGeom prst="roundRect">
              <a:avLst>
                <a:gd name="adj" fmla="val 539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" name="Textfeld 6">
              <a:hlinkClick r:id="rId5"/>
              <a:extLst>
                <a:ext uri="{FF2B5EF4-FFF2-40B4-BE49-F238E27FC236}">
                  <a16:creationId xmlns:a16="http://schemas.microsoft.com/office/drawing/2014/main" id="{AD9773EA-67A5-FCEB-5D4C-7112136BB508}"/>
                </a:ext>
              </a:extLst>
            </p:cNvPr>
            <p:cNvSpPr txBox="1"/>
            <p:nvPr/>
          </p:nvSpPr>
          <p:spPr>
            <a:xfrm>
              <a:off x="12448441" y="4917680"/>
              <a:ext cx="21209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de-DE" sz="1200" dirty="0">
                  <a:latin typeface="Arial Nova Light" panose="020B0304020202020204" pitchFamily="34" charset="0"/>
                </a:rPr>
                <a:t>Unsere Bilder und Icons:</a:t>
              </a:r>
            </a:p>
            <a:p>
              <a:pPr algn="l"/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media.doubleslash.de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  <a:p>
              <a:pPr algn="l"/>
              <a:endParaRPr lang="de-DE" sz="1200" u="sng" dirty="0">
                <a:solidFill>
                  <a:schemeClr val="tx2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8" name="Rectangle: Rounded Corners 86">
              <a:hlinkClick r:id="rId6"/>
              <a:extLst>
                <a:ext uri="{FF2B5EF4-FFF2-40B4-BE49-F238E27FC236}">
                  <a16:creationId xmlns:a16="http://schemas.microsoft.com/office/drawing/2014/main" id="{0B5F0699-18F7-24F5-A67B-364F5927CBE0}"/>
                </a:ext>
              </a:extLst>
            </p:cNvPr>
            <p:cNvSpPr/>
            <p:nvPr/>
          </p:nvSpPr>
          <p:spPr>
            <a:xfrm>
              <a:off x="12326985" y="5653669"/>
              <a:ext cx="2370322" cy="546410"/>
            </a:xfrm>
            <a:prstGeom prst="roundRect">
              <a:avLst>
                <a:gd name="adj" fmla="val 9949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9" name="Textfeld 8">
              <a:hlinkClick r:id="rId6"/>
              <a:extLst>
                <a:ext uri="{FF2B5EF4-FFF2-40B4-BE49-F238E27FC236}">
                  <a16:creationId xmlns:a16="http://schemas.microsoft.com/office/drawing/2014/main" id="{5089F364-1135-F407-3975-197A79B99ECF}"/>
                </a:ext>
              </a:extLst>
            </p:cNvPr>
            <p:cNvSpPr txBox="1"/>
            <p:nvPr/>
          </p:nvSpPr>
          <p:spPr>
            <a:xfrm>
              <a:off x="12457963" y="5759407"/>
              <a:ext cx="2205890" cy="307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  <a:spcAft>
                  <a:spcPts val="600"/>
                </a:spcAft>
              </a:pPr>
              <a:r>
                <a:rPr lang="de-DE" sz="1200" u="sng" dirty="0" err="1">
                  <a:solidFill>
                    <a:srgbClr val="00759E"/>
                  </a:solidFill>
                  <a:latin typeface="Arial Nova Light" panose="020B0304020202020204" pitchFamily="34" charset="0"/>
                </a:rPr>
                <a:t>How-to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rPr>
                <a:t> 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6"/>
                </a:rPr>
                <a:t>Vorlagen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rPr>
                <a:t> 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7"/>
                </a:rPr>
                <a:t>verwenden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10" name="Textfeld 9">
              <a:hlinkClick r:id="rId4"/>
              <a:extLst>
                <a:ext uri="{FF2B5EF4-FFF2-40B4-BE49-F238E27FC236}">
                  <a16:creationId xmlns:a16="http://schemas.microsoft.com/office/drawing/2014/main" id="{B9F532BB-EEB3-6825-3F13-520E3EF9ECEE}"/>
                </a:ext>
              </a:extLst>
            </p:cNvPr>
            <p:cNvSpPr txBox="1"/>
            <p:nvPr/>
          </p:nvSpPr>
          <p:spPr>
            <a:xfrm>
              <a:off x="12445285" y="6428879"/>
              <a:ext cx="2258123" cy="307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4"/>
                </a:rPr>
                <a:t>Feedbackseite PPT-Vorlagen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0782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5D007177-463D-71D5-53F9-B9A023EE5A6D}"/>
              </a:ext>
            </a:extLst>
          </p:cNvPr>
          <p:cNvGrpSpPr/>
          <p:nvPr/>
        </p:nvGrpSpPr>
        <p:grpSpPr>
          <a:xfrm>
            <a:off x="12317462" y="4785404"/>
            <a:ext cx="2385946" cy="2078952"/>
            <a:chOff x="12317462" y="4785404"/>
            <a:chExt cx="2385946" cy="2078952"/>
          </a:xfrm>
        </p:grpSpPr>
        <p:sp>
          <p:nvSpPr>
            <p:cNvPr id="7" name="Rectangle: Rounded Corners 86">
              <a:hlinkClick r:id="rId3"/>
              <a:extLst>
                <a:ext uri="{FF2B5EF4-FFF2-40B4-BE49-F238E27FC236}">
                  <a16:creationId xmlns:a16="http://schemas.microsoft.com/office/drawing/2014/main" id="{1A205E85-0011-51A5-1DCC-0CBBAC31CD88}"/>
                </a:ext>
              </a:extLst>
            </p:cNvPr>
            <p:cNvSpPr/>
            <p:nvPr/>
          </p:nvSpPr>
          <p:spPr>
            <a:xfrm>
              <a:off x="12326985" y="6317946"/>
              <a:ext cx="2370322" cy="546410"/>
            </a:xfrm>
            <a:prstGeom prst="roundRect">
              <a:avLst>
                <a:gd name="adj" fmla="val 9949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8" name="Rectangle: Rounded Corners 86">
              <a:hlinkClick r:id="rId4"/>
              <a:extLst>
                <a:ext uri="{FF2B5EF4-FFF2-40B4-BE49-F238E27FC236}">
                  <a16:creationId xmlns:a16="http://schemas.microsoft.com/office/drawing/2014/main" id="{4B1A54D9-3839-0A25-3FF5-88D68C249130}"/>
                </a:ext>
              </a:extLst>
            </p:cNvPr>
            <p:cNvSpPr/>
            <p:nvPr/>
          </p:nvSpPr>
          <p:spPr>
            <a:xfrm>
              <a:off x="12317462" y="4785404"/>
              <a:ext cx="2370088" cy="750398"/>
            </a:xfrm>
            <a:prstGeom prst="roundRect">
              <a:avLst>
                <a:gd name="adj" fmla="val 539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9" name="Textfeld 8">
              <a:hlinkClick r:id="rId4"/>
              <a:extLst>
                <a:ext uri="{FF2B5EF4-FFF2-40B4-BE49-F238E27FC236}">
                  <a16:creationId xmlns:a16="http://schemas.microsoft.com/office/drawing/2014/main" id="{F281AF4F-AE1C-2E19-E398-681F2100B2E6}"/>
                </a:ext>
              </a:extLst>
            </p:cNvPr>
            <p:cNvSpPr txBox="1"/>
            <p:nvPr/>
          </p:nvSpPr>
          <p:spPr>
            <a:xfrm>
              <a:off x="12448441" y="4917680"/>
              <a:ext cx="21209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de-DE" sz="1200" dirty="0">
                  <a:latin typeface="Arial Nova Light" panose="020B0304020202020204" pitchFamily="34" charset="0"/>
                </a:rPr>
                <a:t>Unsere Bilder und Icons:</a:t>
              </a:r>
            </a:p>
            <a:p>
              <a:pPr algn="l"/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media.doubleslash.de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  <a:p>
              <a:pPr algn="l"/>
              <a:endParaRPr lang="de-DE" sz="1200" u="sng" dirty="0">
                <a:solidFill>
                  <a:schemeClr val="tx2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10" name="Rectangle: Rounded Corners 86">
              <a:hlinkClick r:id="rId5"/>
              <a:extLst>
                <a:ext uri="{FF2B5EF4-FFF2-40B4-BE49-F238E27FC236}">
                  <a16:creationId xmlns:a16="http://schemas.microsoft.com/office/drawing/2014/main" id="{3FB520C4-2B91-B1EB-0A37-E2CAFC7C14BA}"/>
                </a:ext>
              </a:extLst>
            </p:cNvPr>
            <p:cNvSpPr/>
            <p:nvPr/>
          </p:nvSpPr>
          <p:spPr>
            <a:xfrm>
              <a:off x="12326985" y="5653669"/>
              <a:ext cx="2370322" cy="546410"/>
            </a:xfrm>
            <a:prstGeom prst="roundRect">
              <a:avLst>
                <a:gd name="adj" fmla="val 9949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Textfeld 10">
              <a:hlinkClick r:id="rId5"/>
              <a:extLst>
                <a:ext uri="{FF2B5EF4-FFF2-40B4-BE49-F238E27FC236}">
                  <a16:creationId xmlns:a16="http://schemas.microsoft.com/office/drawing/2014/main" id="{2113CAAB-BD6F-75D1-2B9E-61C0EF6B0391}"/>
                </a:ext>
              </a:extLst>
            </p:cNvPr>
            <p:cNvSpPr txBox="1"/>
            <p:nvPr/>
          </p:nvSpPr>
          <p:spPr>
            <a:xfrm>
              <a:off x="12457963" y="5759407"/>
              <a:ext cx="2205890" cy="307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  <a:spcAft>
                  <a:spcPts val="600"/>
                </a:spcAft>
              </a:pPr>
              <a:r>
                <a:rPr lang="de-DE" sz="1200" u="sng" dirty="0" err="1">
                  <a:solidFill>
                    <a:srgbClr val="00759E"/>
                  </a:solidFill>
                  <a:latin typeface="Arial Nova Light" panose="020B0304020202020204" pitchFamily="34" charset="0"/>
                </a:rPr>
                <a:t>How-to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rPr>
                <a:t> 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5"/>
                </a:rPr>
                <a:t>Vorlagen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rPr>
                <a:t> 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6"/>
                </a:rPr>
                <a:t>verwenden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12" name="Textfeld 11">
              <a:hlinkClick r:id="rId3"/>
              <a:extLst>
                <a:ext uri="{FF2B5EF4-FFF2-40B4-BE49-F238E27FC236}">
                  <a16:creationId xmlns:a16="http://schemas.microsoft.com/office/drawing/2014/main" id="{28000402-D1D8-6FCE-F615-2552E1EF5D02}"/>
                </a:ext>
              </a:extLst>
            </p:cNvPr>
            <p:cNvSpPr txBox="1"/>
            <p:nvPr/>
          </p:nvSpPr>
          <p:spPr>
            <a:xfrm>
              <a:off x="12445285" y="6428879"/>
              <a:ext cx="2258123" cy="307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3"/>
                </a:rPr>
                <a:t>Feedbackseite PPT-Vorlagen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</p:txBody>
        </p:sp>
      </p:grp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9F68DAC-33A0-79A7-2857-1A2089CF19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Projektvorstellung</a:t>
            </a:r>
          </a:p>
        </p:txBody>
      </p:sp>
      <p:pic>
        <p:nvPicPr>
          <p:cNvPr id="4" name="Bildplatzhalter 3">
            <a:extLst>
              <a:ext uri="{FF2B5EF4-FFF2-40B4-BE49-F238E27FC236}">
                <a16:creationId xmlns:a16="http://schemas.microsoft.com/office/drawing/2014/main" id="{CB29F8E8-0837-6BB1-6103-E7F740518DF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7"/>
          <a:srcRect t="48712" b="27822"/>
          <a:stretch>
            <a:fillRect/>
          </a:stretch>
        </p:blipFill>
        <p:spPr>
          <a:xfrm>
            <a:off x="-9763" y="0"/>
            <a:ext cx="12201764" cy="3220280"/>
          </a:xfr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C14266-2891-7D49-6156-4AD119676F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Projektteam und Rollen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F849EA13-6E47-C54B-922C-AF3C6756A0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Ziele und Meilensteine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BEB9A583-2511-87DF-8C22-4C49B9955E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76D6F148-71EA-84D0-143D-FA9E7452E9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Fragen</a:t>
            </a:r>
          </a:p>
        </p:txBody>
      </p:sp>
    </p:spTree>
    <p:extLst>
      <p:ext uri="{BB962C8B-B14F-4D97-AF65-F5344CB8AC3E}">
        <p14:creationId xmlns:p14="http://schemas.microsoft.com/office/powerpoint/2010/main" val="1338416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9F357-9FB4-CD89-D164-FCFEF39D9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9E8542B-D177-F781-4F56-B05E556C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Projektübersicht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694EEDA-AE54-7E38-6D97-490756822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01</a:t>
            </a:r>
          </a:p>
        </p:txBody>
      </p:sp>
      <p:sp>
        <p:nvSpPr>
          <p:cNvPr id="7" name="Rectangle 22">
            <a:extLst>
              <a:ext uri="{FF2B5EF4-FFF2-40B4-BE49-F238E27FC236}">
                <a16:creationId xmlns:a16="http://schemas.microsoft.com/office/drawing/2014/main" id="{725E6004-EC08-4733-1E2B-2CD0CDB5CA90}"/>
              </a:ext>
            </a:extLst>
          </p:cNvPr>
          <p:cNvSpPr/>
          <p:nvPr/>
        </p:nvSpPr>
        <p:spPr>
          <a:xfrm rot="5400000">
            <a:off x="3257430" y="3712695"/>
            <a:ext cx="1368000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Nova Light" panose="020B0304020202020204" pitchFamily="34" charset="0"/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5A945FD-7A8A-564D-2E69-7569067A8ECB}"/>
              </a:ext>
            </a:extLst>
          </p:cNvPr>
          <p:cNvGrpSpPr/>
          <p:nvPr/>
        </p:nvGrpSpPr>
        <p:grpSpPr>
          <a:xfrm>
            <a:off x="12317462" y="4785404"/>
            <a:ext cx="2385946" cy="2078952"/>
            <a:chOff x="12317462" y="4785404"/>
            <a:chExt cx="2385946" cy="2078952"/>
          </a:xfrm>
        </p:grpSpPr>
        <p:sp>
          <p:nvSpPr>
            <p:cNvPr id="6" name="Rectangle: Rounded Corners 86">
              <a:hlinkClick r:id="rId3"/>
              <a:extLst>
                <a:ext uri="{FF2B5EF4-FFF2-40B4-BE49-F238E27FC236}">
                  <a16:creationId xmlns:a16="http://schemas.microsoft.com/office/drawing/2014/main" id="{F97496AE-FEA2-82C4-E352-CE5AA7C46F7C}"/>
                </a:ext>
              </a:extLst>
            </p:cNvPr>
            <p:cNvSpPr/>
            <p:nvPr/>
          </p:nvSpPr>
          <p:spPr>
            <a:xfrm>
              <a:off x="12326985" y="6317946"/>
              <a:ext cx="2370322" cy="546410"/>
            </a:xfrm>
            <a:prstGeom prst="roundRect">
              <a:avLst>
                <a:gd name="adj" fmla="val 9949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8" name="Rectangle: Rounded Corners 86">
              <a:hlinkClick r:id="rId4"/>
              <a:extLst>
                <a:ext uri="{FF2B5EF4-FFF2-40B4-BE49-F238E27FC236}">
                  <a16:creationId xmlns:a16="http://schemas.microsoft.com/office/drawing/2014/main" id="{A04F50E7-537A-23D1-E81A-27E4A671A263}"/>
                </a:ext>
              </a:extLst>
            </p:cNvPr>
            <p:cNvSpPr/>
            <p:nvPr/>
          </p:nvSpPr>
          <p:spPr>
            <a:xfrm>
              <a:off x="12317462" y="4785404"/>
              <a:ext cx="2370088" cy="750398"/>
            </a:xfrm>
            <a:prstGeom prst="roundRect">
              <a:avLst>
                <a:gd name="adj" fmla="val 539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9" name="Textfeld 8">
              <a:hlinkClick r:id="rId4"/>
              <a:extLst>
                <a:ext uri="{FF2B5EF4-FFF2-40B4-BE49-F238E27FC236}">
                  <a16:creationId xmlns:a16="http://schemas.microsoft.com/office/drawing/2014/main" id="{92DAA017-2130-C227-0819-948461703422}"/>
                </a:ext>
              </a:extLst>
            </p:cNvPr>
            <p:cNvSpPr txBox="1"/>
            <p:nvPr/>
          </p:nvSpPr>
          <p:spPr>
            <a:xfrm>
              <a:off x="12448441" y="4917680"/>
              <a:ext cx="21209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de-DE" sz="1200" dirty="0">
                  <a:latin typeface="Arial Nova Light" panose="020B0304020202020204" pitchFamily="34" charset="0"/>
                </a:rPr>
                <a:t>Unsere Bilder und Icons:</a:t>
              </a:r>
            </a:p>
            <a:p>
              <a:pPr algn="l"/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media.doubleslash.de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  <a:p>
              <a:pPr algn="l"/>
              <a:endParaRPr lang="de-DE" sz="1200" u="sng" dirty="0">
                <a:solidFill>
                  <a:schemeClr val="tx2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10" name="Rectangle: Rounded Corners 86">
              <a:hlinkClick r:id="rId5"/>
              <a:extLst>
                <a:ext uri="{FF2B5EF4-FFF2-40B4-BE49-F238E27FC236}">
                  <a16:creationId xmlns:a16="http://schemas.microsoft.com/office/drawing/2014/main" id="{704736F8-D2FA-44F8-B130-03A5B79E02BA}"/>
                </a:ext>
              </a:extLst>
            </p:cNvPr>
            <p:cNvSpPr/>
            <p:nvPr/>
          </p:nvSpPr>
          <p:spPr>
            <a:xfrm>
              <a:off x="12326985" y="5653669"/>
              <a:ext cx="2370322" cy="546410"/>
            </a:xfrm>
            <a:prstGeom prst="roundRect">
              <a:avLst>
                <a:gd name="adj" fmla="val 9949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Textfeld 10">
              <a:hlinkClick r:id="rId5"/>
              <a:extLst>
                <a:ext uri="{FF2B5EF4-FFF2-40B4-BE49-F238E27FC236}">
                  <a16:creationId xmlns:a16="http://schemas.microsoft.com/office/drawing/2014/main" id="{76733520-001D-07DC-1616-59E8EDC71FF5}"/>
                </a:ext>
              </a:extLst>
            </p:cNvPr>
            <p:cNvSpPr txBox="1"/>
            <p:nvPr/>
          </p:nvSpPr>
          <p:spPr>
            <a:xfrm>
              <a:off x="12457963" y="5759407"/>
              <a:ext cx="2205890" cy="307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  <a:spcAft>
                  <a:spcPts val="600"/>
                </a:spcAft>
              </a:pPr>
              <a:r>
                <a:rPr lang="de-DE" sz="1200" u="sng" dirty="0" err="1">
                  <a:solidFill>
                    <a:srgbClr val="00759E"/>
                  </a:solidFill>
                  <a:latin typeface="Arial Nova Light" panose="020B0304020202020204" pitchFamily="34" charset="0"/>
                </a:rPr>
                <a:t>How-to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rPr>
                <a:t> 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5"/>
                </a:rPr>
                <a:t>Vorlagen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rPr>
                <a:t> 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6"/>
                </a:rPr>
                <a:t>verwenden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12" name="Textfeld 11">
              <a:hlinkClick r:id="rId3"/>
              <a:extLst>
                <a:ext uri="{FF2B5EF4-FFF2-40B4-BE49-F238E27FC236}">
                  <a16:creationId xmlns:a16="http://schemas.microsoft.com/office/drawing/2014/main" id="{7D01E32B-FB28-8460-87E6-08ACBB19011F}"/>
                </a:ext>
              </a:extLst>
            </p:cNvPr>
            <p:cNvSpPr txBox="1"/>
            <p:nvPr/>
          </p:nvSpPr>
          <p:spPr>
            <a:xfrm>
              <a:off x="12445285" y="6428879"/>
              <a:ext cx="2258123" cy="307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3"/>
                </a:rPr>
                <a:t>Feedbackseite PPT-Vorlagen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2429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5C0680D-E00F-6B8C-1DAC-84B5F6560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- Kurzbeschreibung des Projekts (1–2 Sätze: Was soll erreicht werden?)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1A058C7-EAB6-8054-7A4E-078B94427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Projektübersicht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CED531E-716F-286D-4B2C-B5535CB3A6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2310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7DB6099-26EC-A61A-1E13-64A8FDCA4F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Kann aus der Projektübersicht.md kopiert werden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77A574F-34EB-4B33-3C5B-EB9978087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Projektauftrag(ATAC)</a:t>
            </a:r>
          </a:p>
        </p:txBody>
      </p:sp>
    </p:spTree>
    <p:extLst>
      <p:ext uri="{BB962C8B-B14F-4D97-AF65-F5344CB8AC3E}">
        <p14:creationId xmlns:p14="http://schemas.microsoft.com/office/powerpoint/2010/main" val="3204909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372153CF-AFE3-B264-990D-CD1D4126D61E}"/>
              </a:ext>
            </a:extLst>
          </p:cNvPr>
          <p:cNvGrpSpPr/>
          <p:nvPr/>
        </p:nvGrpSpPr>
        <p:grpSpPr>
          <a:xfrm>
            <a:off x="12317462" y="4785404"/>
            <a:ext cx="2385946" cy="2078952"/>
            <a:chOff x="12317462" y="4785404"/>
            <a:chExt cx="2385946" cy="2078952"/>
          </a:xfrm>
        </p:grpSpPr>
        <p:sp>
          <p:nvSpPr>
            <p:cNvPr id="5" name="Rectangle: Rounded Corners 86">
              <a:hlinkClick r:id="rId3"/>
              <a:extLst>
                <a:ext uri="{FF2B5EF4-FFF2-40B4-BE49-F238E27FC236}">
                  <a16:creationId xmlns:a16="http://schemas.microsoft.com/office/drawing/2014/main" id="{142AD324-FCED-5CCC-60AA-3A1A8424ECEC}"/>
                </a:ext>
              </a:extLst>
            </p:cNvPr>
            <p:cNvSpPr/>
            <p:nvPr/>
          </p:nvSpPr>
          <p:spPr>
            <a:xfrm>
              <a:off x="12326985" y="6317946"/>
              <a:ext cx="2370322" cy="546410"/>
            </a:xfrm>
            <a:prstGeom prst="roundRect">
              <a:avLst>
                <a:gd name="adj" fmla="val 9949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" name="Rectangle: Rounded Corners 86">
              <a:hlinkClick r:id="rId4"/>
              <a:extLst>
                <a:ext uri="{FF2B5EF4-FFF2-40B4-BE49-F238E27FC236}">
                  <a16:creationId xmlns:a16="http://schemas.microsoft.com/office/drawing/2014/main" id="{C1F45F5F-7FA7-B327-37BD-36E4BDA04199}"/>
                </a:ext>
              </a:extLst>
            </p:cNvPr>
            <p:cNvSpPr/>
            <p:nvPr/>
          </p:nvSpPr>
          <p:spPr>
            <a:xfrm>
              <a:off x="12317462" y="4785404"/>
              <a:ext cx="2370088" cy="750398"/>
            </a:xfrm>
            <a:prstGeom prst="roundRect">
              <a:avLst>
                <a:gd name="adj" fmla="val 539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8" name="Textfeld 7">
              <a:hlinkClick r:id="rId4"/>
              <a:extLst>
                <a:ext uri="{FF2B5EF4-FFF2-40B4-BE49-F238E27FC236}">
                  <a16:creationId xmlns:a16="http://schemas.microsoft.com/office/drawing/2014/main" id="{F50B7923-9D0C-E111-8CD9-9E5A56D1773E}"/>
                </a:ext>
              </a:extLst>
            </p:cNvPr>
            <p:cNvSpPr txBox="1"/>
            <p:nvPr/>
          </p:nvSpPr>
          <p:spPr>
            <a:xfrm>
              <a:off x="12448441" y="4917680"/>
              <a:ext cx="21209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de-DE" sz="1200" dirty="0">
                  <a:latin typeface="Arial Nova Light" panose="020B0304020202020204" pitchFamily="34" charset="0"/>
                </a:rPr>
                <a:t>Unsere Bilder und Icons:</a:t>
              </a:r>
            </a:p>
            <a:p>
              <a:pPr algn="l"/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media.doubleslash.de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  <a:p>
              <a:pPr algn="l"/>
              <a:endParaRPr lang="de-DE" sz="1200" u="sng" dirty="0">
                <a:solidFill>
                  <a:schemeClr val="tx2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9" name="Rectangle: Rounded Corners 86">
              <a:hlinkClick r:id="rId5"/>
              <a:extLst>
                <a:ext uri="{FF2B5EF4-FFF2-40B4-BE49-F238E27FC236}">
                  <a16:creationId xmlns:a16="http://schemas.microsoft.com/office/drawing/2014/main" id="{5CE7BA11-785D-4231-7F82-11A9A55C81D4}"/>
                </a:ext>
              </a:extLst>
            </p:cNvPr>
            <p:cNvSpPr/>
            <p:nvPr/>
          </p:nvSpPr>
          <p:spPr>
            <a:xfrm>
              <a:off x="12326985" y="5653669"/>
              <a:ext cx="2370322" cy="546410"/>
            </a:xfrm>
            <a:prstGeom prst="roundRect">
              <a:avLst>
                <a:gd name="adj" fmla="val 9949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Textfeld 9">
              <a:hlinkClick r:id="rId5"/>
              <a:extLst>
                <a:ext uri="{FF2B5EF4-FFF2-40B4-BE49-F238E27FC236}">
                  <a16:creationId xmlns:a16="http://schemas.microsoft.com/office/drawing/2014/main" id="{8D780F73-8F47-8DCF-1B9E-754879F16676}"/>
                </a:ext>
              </a:extLst>
            </p:cNvPr>
            <p:cNvSpPr txBox="1"/>
            <p:nvPr/>
          </p:nvSpPr>
          <p:spPr>
            <a:xfrm>
              <a:off x="12457963" y="5759407"/>
              <a:ext cx="2205890" cy="307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  <a:spcAft>
                  <a:spcPts val="600"/>
                </a:spcAft>
              </a:pPr>
              <a:r>
                <a:rPr lang="de-DE" sz="1200" u="sng" dirty="0" err="1">
                  <a:solidFill>
                    <a:srgbClr val="00759E"/>
                  </a:solidFill>
                  <a:latin typeface="Arial Nova Light" panose="020B0304020202020204" pitchFamily="34" charset="0"/>
                </a:rPr>
                <a:t>How-to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rPr>
                <a:t> 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5"/>
                </a:rPr>
                <a:t>Vorlagen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rPr>
                <a:t> 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6"/>
                </a:rPr>
                <a:t>verwenden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11" name="Textfeld 10">
              <a:hlinkClick r:id="rId3"/>
              <a:extLst>
                <a:ext uri="{FF2B5EF4-FFF2-40B4-BE49-F238E27FC236}">
                  <a16:creationId xmlns:a16="http://schemas.microsoft.com/office/drawing/2014/main" id="{FA18A981-8B58-D3CA-CFC5-F473F28B7BCD}"/>
                </a:ext>
              </a:extLst>
            </p:cNvPr>
            <p:cNvSpPr txBox="1"/>
            <p:nvPr/>
          </p:nvSpPr>
          <p:spPr>
            <a:xfrm>
              <a:off x="12445285" y="6428879"/>
              <a:ext cx="2258123" cy="307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3"/>
                </a:rPr>
                <a:t>Feedbackseite PPT-Vorlagen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</p:txBody>
        </p:sp>
      </p:grpSp>
      <p:sp>
        <p:nvSpPr>
          <p:cNvPr id="3" name="Titel 2">
            <a:extLst>
              <a:ext uri="{FF2B5EF4-FFF2-40B4-BE49-F238E27FC236}">
                <a16:creationId xmlns:a16="http://schemas.microsoft.com/office/drawing/2014/main" id="{017DF47F-5A84-85E1-F39C-CEC97D97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Projektteam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3154673-93EF-CA74-E2B9-47C58C38AE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19215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8DD4B-5BEA-A8D4-14FA-11449BA30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E9E09C4-7B31-F99A-2CF6-C2DAD7147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Wer macht was -&gt; Kann aus dem Projekt-Organigramm kopiert werden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5B24ADC-42CC-D994-636C-2AA32E8AE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Projektteam</a:t>
            </a:r>
          </a:p>
        </p:txBody>
      </p:sp>
    </p:spTree>
    <p:extLst>
      <p:ext uri="{BB962C8B-B14F-4D97-AF65-F5344CB8AC3E}">
        <p14:creationId xmlns:p14="http://schemas.microsoft.com/office/powerpoint/2010/main" val="3924648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29FCD-556F-1785-2EA5-5128146AF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2A623D2-E480-BE1D-FE4A-83F7004A6F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Wann sind die Meetings -&gt; Kann aus der Meeting-Struktur kopiert werden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4BC0862-C8E6-0785-C7B2-CE0E9E799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Projektmeetings</a:t>
            </a:r>
          </a:p>
        </p:txBody>
      </p:sp>
    </p:spTree>
    <p:extLst>
      <p:ext uri="{BB962C8B-B14F-4D97-AF65-F5344CB8AC3E}">
        <p14:creationId xmlns:p14="http://schemas.microsoft.com/office/powerpoint/2010/main" val="1754026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4245-C1F4-919C-B6AB-42E807EC2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6CECBF2-21BF-FAA5-4EE6-B3927CAB33E9}"/>
              </a:ext>
            </a:extLst>
          </p:cNvPr>
          <p:cNvGrpSpPr/>
          <p:nvPr/>
        </p:nvGrpSpPr>
        <p:grpSpPr>
          <a:xfrm>
            <a:off x="12317462" y="4785404"/>
            <a:ext cx="2385946" cy="2078952"/>
            <a:chOff x="12317462" y="4785404"/>
            <a:chExt cx="2385946" cy="2078952"/>
          </a:xfrm>
        </p:grpSpPr>
        <p:sp>
          <p:nvSpPr>
            <p:cNvPr id="5" name="Rectangle: Rounded Corners 86">
              <a:hlinkClick r:id="rId3"/>
              <a:extLst>
                <a:ext uri="{FF2B5EF4-FFF2-40B4-BE49-F238E27FC236}">
                  <a16:creationId xmlns:a16="http://schemas.microsoft.com/office/drawing/2014/main" id="{DD138ECC-267A-4100-B57E-43BCEAF99F43}"/>
                </a:ext>
              </a:extLst>
            </p:cNvPr>
            <p:cNvSpPr/>
            <p:nvPr/>
          </p:nvSpPr>
          <p:spPr>
            <a:xfrm>
              <a:off x="12326985" y="6317946"/>
              <a:ext cx="2370322" cy="546410"/>
            </a:xfrm>
            <a:prstGeom prst="roundRect">
              <a:avLst>
                <a:gd name="adj" fmla="val 9949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" name="Rectangle: Rounded Corners 86">
              <a:hlinkClick r:id="rId4"/>
              <a:extLst>
                <a:ext uri="{FF2B5EF4-FFF2-40B4-BE49-F238E27FC236}">
                  <a16:creationId xmlns:a16="http://schemas.microsoft.com/office/drawing/2014/main" id="{B4CC4A9F-0D16-6884-7535-7E9FD06986AF}"/>
                </a:ext>
              </a:extLst>
            </p:cNvPr>
            <p:cNvSpPr/>
            <p:nvPr/>
          </p:nvSpPr>
          <p:spPr>
            <a:xfrm>
              <a:off x="12317462" y="4785404"/>
              <a:ext cx="2370088" cy="750398"/>
            </a:xfrm>
            <a:prstGeom prst="roundRect">
              <a:avLst>
                <a:gd name="adj" fmla="val 539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8" name="Textfeld 7">
              <a:hlinkClick r:id="rId4"/>
              <a:extLst>
                <a:ext uri="{FF2B5EF4-FFF2-40B4-BE49-F238E27FC236}">
                  <a16:creationId xmlns:a16="http://schemas.microsoft.com/office/drawing/2014/main" id="{D403C1D9-6E6E-7E29-2378-FA414887D6DD}"/>
                </a:ext>
              </a:extLst>
            </p:cNvPr>
            <p:cNvSpPr txBox="1"/>
            <p:nvPr/>
          </p:nvSpPr>
          <p:spPr>
            <a:xfrm>
              <a:off x="12448441" y="4917680"/>
              <a:ext cx="21209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de-DE" sz="1200" dirty="0">
                  <a:latin typeface="Arial Nova Light" panose="020B0304020202020204" pitchFamily="34" charset="0"/>
                </a:rPr>
                <a:t>Unsere Bilder und Icons:</a:t>
              </a:r>
            </a:p>
            <a:p>
              <a:pPr algn="l"/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media.doubleslash.de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  <a:p>
              <a:pPr algn="l"/>
              <a:endParaRPr lang="de-DE" sz="1200" u="sng" dirty="0">
                <a:solidFill>
                  <a:schemeClr val="tx2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9" name="Rectangle: Rounded Corners 86">
              <a:hlinkClick r:id="rId5"/>
              <a:extLst>
                <a:ext uri="{FF2B5EF4-FFF2-40B4-BE49-F238E27FC236}">
                  <a16:creationId xmlns:a16="http://schemas.microsoft.com/office/drawing/2014/main" id="{B438F44A-7253-0F5F-7A27-C0316B32932A}"/>
                </a:ext>
              </a:extLst>
            </p:cNvPr>
            <p:cNvSpPr/>
            <p:nvPr/>
          </p:nvSpPr>
          <p:spPr>
            <a:xfrm>
              <a:off x="12326985" y="5653669"/>
              <a:ext cx="2370322" cy="546410"/>
            </a:xfrm>
            <a:prstGeom prst="roundRect">
              <a:avLst>
                <a:gd name="adj" fmla="val 9949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Textfeld 9">
              <a:hlinkClick r:id="rId5"/>
              <a:extLst>
                <a:ext uri="{FF2B5EF4-FFF2-40B4-BE49-F238E27FC236}">
                  <a16:creationId xmlns:a16="http://schemas.microsoft.com/office/drawing/2014/main" id="{E3862609-2C29-7F25-9DDC-6B1868804B9E}"/>
                </a:ext>
              </a:extLst>
            </p:cNvPr>
            <p:cNvSpPr txBox="1"/>
            <p:nvPr/>
          </p:nvSpPr>
          <p:spPr>
            <a:xfrm>
              <a:off x="12457963" y="5759407"/>
              <a:ext cx="2205890" cy="307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  <a:spcAft>
                  <a:spcPts val="600"/>
                </a:spcAft>
              </a:pPr>
              <a:r>
                <a:rPr lang="de-DE" sz="1200" u="sng" dirty="0" err="1">
                  <a:solidFill>
                    <a:srgbClr val="00759E"/>
                  </a:solidFill>
                  <a:latin typeface="Arial Nova Light" panose="020B0304020202020204" pitchFamily="34" charset="0"/>
                </a:rPr>
                <a:t>How-to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rPr>
                <a:t> 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5"/>
                </a:rPr>
                <a:t>Vorlagen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rPr>
                <a:t> 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6"/>
                </a:rPr>
                <a:t>verwenden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11" name="Textfeld 10">
              <a:hlinkClick r:id="rId3"/>
              <a:extLst>
                <a:ext uri="{FF2B5EF4-FFF2-40B4-BE49-F238E27FC236}">
                  <a16:creationId xmlns:a16="http://schemas.microsoft.com/office/drawing/2014/main" id="{72BCD85C-B60E-798B-1DFF-A6B15952B194}"/>
                </a:ext>
              </a:extLst>
            </p:cNvPr>
            <p:cNvSpPr txBox="1"/>
            <p:nvPr/>
          </p:nvSpPr>
          <p:spPr>
            <a:xfrm>
              <a:off x="12445285" y="6428879"/>
              <a:ext cx="2258123" cy="307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3"/>
                </a:rPr>
                <a:t>Feedbackseite PPT-Vorlagen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</p:txBody>
        </p:sp>
      </p:grpSp>
      <p:sp>
        <p:nvSpPr>
          <p:cNvPr id="3" name="Titel 2">
            <a:extLst>
              <a:ext uri="{FF2B5EF4-FFF2-40B4-BE49-F238E27FC236}">
                <a16:creationId xmlns:a16="http://schemas.microsoft.com/office/drawing/2014/main" id="{AE6A8E82-E0EE-D87D-53EC-DFDF2DD9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Ziele und Meilensteine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CE7708B-F437-CA3C-E2EB-E9C9A5F539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6008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7C4E0-0DE0-B3AE-6B30-64CD444C0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C83FA98-8548-B0BF-9450-8D6F3AB5E0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- 2-5 Projektziele beschreiben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C04037B-A549-1EBF-00C6-47F4D6139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Projektziele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4872D712-19F5-497E-74EB-2FA3C25717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2883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F8CED-18CB-B07B-E967-04FAEBDA1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EFAA6BD-4447-D405-0711-EE85FF50F6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Grober Zeitstrahl der Meilensteine -&gt; Kann aus dem Projektplan kopiert werden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CEF9C41-EF24-C6B8-F0D3-144166879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Meilensteine</a:t>
            </a:r>
          </a:p>
        </p:txBody>
      </p:sp>
    </p:spTree>
    <p:extLst>
      <p:ext uri="{BB962C8B-B14F-4D97-AF65-F5344CB8AC3E}">
        <p14:creationId xmlns:p14="http://schemas.microsoft.com/office/powerpoint/2010/main" val="1620203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27B9F-3C32-FF4E-E6E0-B651E4A5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8057068-C58F-4934-CABE-6DE267A76532}"/>
              </a:ext>
            </a:extLst>
          </p:cNvPr>
          <p:cNvGrpSpPr/>
          <p:nvPr/>
        </p:nvGrpSpPr>
        <p:grpSpPr>
          <a:xfrm>
            <a:off x="12317462" y="4785404"/>
            <a:ext cx="2385946" cy="2078952"/>
            <a:chOff x="12317462" y="4785404"/>
            <a:chExt cx="2385946" cy="2078952"/>
          </a:xfrm>
        </p:grpSpPr>
        <p:sp>
          <p:nvSpPr>
            <p:cNvPr id="5" name="Rectangle: Rounded Corners 86">
              <a:hlinkClick r:id="rId3"/>
              <a:extLst>
                <a:ext uri="{FF2B5EF4-FFF2-40B4-BE49-F238E27FC236}">
                  <a16:creationId xmlns:a16="http://schemas.microsoft.com/office/drawing/2014/main" id="{5B7BD6EA-E802-05A6-7B80-0D5BD27E1EB0}"/>
                </a:ext>
              </a:extLst>
            </p:cNvPr>
            <p:cNvSpPr/>
            <p:nvPr/>
          </p:nvSpPr>
          <p:spPr>
            <a:xfrm>
              <a:off x="12326985" y="6317946"/>
              <a:ext cx="2370322" cy="546410"/>
            </a:xfrm>
            <a:prstGeom prst="roundRect">
              <a:avLst>
                <a:gd name="adj" fmla="val 9949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" name="Rectangle: Rounded Corners 86">
              <a:hlinkClick r:id="rId4"/>
              <a:extLst>
                <a:ext uri="{FF2B5EF4-FFF2-40B4-BE49-F238E27FC236}">
                  <a16:creationId xmlns:a16="http://schemas.microsoft.com/office/drawing/2014/main" id="{253EC525-EEAE-39D6-3F8B-F0660C67FC5B}"/>
                </a:ext>
              </a:extLst>
            </p:cNvPr>
            <p:cNvSpPr/>
            <p:nvPr/>
          </p:nvSpPr>
          <p:spPr>
            <a:xfrm>
              <a:off x="12317462" y="4785404"/>
              <a:ext cx="2370088" cy="750398"/>
            </a:xfrm>
            <a:prstGeom prst="roundRect">
              <a:avLst>
                <a:gd name="adj" fmla="val 539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8" name="Textfeld 7">
              <a:hlinkClick r:id="rId4"/>
              <a:extLst>
                <a:ext uri="{FF2B5EF4-FFF2-40B4-BE49-F238E27FC236}">
                  <a16:creationId xmlns:a16="http://schemas.microsoft.com/office/drawing/2014/main" id="{D1CB3AEA-683F-6DF7-8A19-6C27BF223D6C}"/>
                </a:ext>
              </a:extLst>
            </p:cNvPr>
            <p:cNvSpPr txBox="1"/>
            <p:nvPr/>
          </p:nvSpPr>
          <p:spPr>
            <a:xfrm>
              <a:off x="12448441" y="4917680"/>
              <a:ext cx="21209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de-DE" sz="1200" dirty="0">
                  <a:latin typeface="Arial Nova Light" panose="020B0304020202020204" pitchFamily="34" charset="0"/>
                </a:rPr>
                <a:t>Unsere Bilder und Icons:</a:t>
              </a:r>
            </a:p>
            <a:p>
              <a:pPr algn="l"/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media.doubleslash.de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  <a:p>
              <a:pPr algn="l"/>
              <a:endParaRPr lang="de-DE" sz="1200" u="sng" dirty="0">
                <a:solidFill>
                  <a:schemeClr val="tx2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9" name="Rectangle: Rounded Corners 86">
              <a:hlinkClick r:id="rId5"/>
              <a:extLst>
                <a:ext uri="{FF2B5EF4-FFF2-40B4-BE49-F238E27FC236}">
                  <a16:creationId xmlns:a16="http://schemas.microsoft.com/office/drawing/2014/main" id="{923A32E0-FC19-EE1A-1FBC-EA9BBDA7D2FF}"/>
                </a:ext>
              </a:extLst>
            </p:cNvPr>
            <p:cNvSpPr/>
            <p:nvPr/>
          </p:nvSpPr>
          <p:spPr>
            <a:xfrm>
              <a:off x="12326985" y="5653669"/>
              <a:ext cx="2370322" cy="546410"/>
            </a:xfrm>
            <a:prstGeom prst="roundRect">
              <a:avLst>
                <a:gd name="adj" fmla="val 9949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Textfeld 9">
              <a:hlinkClick r:id="rId5"/>
              <a:extLst>
                <a:ext uri="{FF2B5EF4-FFF2-40B4-BE49-F238E27FC236}">
                  <a16:creationId xmlns:a16="http://schemas.microsoft.com/office/drawing/2014/main" id="{64B9D1D3-A860-A3B2-8625-626C35E5469D}"/>
                </a:ext>
              </a:extLst>
            </p:cNvPr>
            <p:cNvSpPr txBox="1"/>
            <p:nvPr/>
          </p:nvSpPr>
          <p:spPr>
            <a:xfrm>
              <a:off x="12457963" y="5759407"/>
              <a:ext cx="2205890" cy="307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  <a:spcAft>
                  <a:spcPts val="600"/>
                </a:spcAft>
              </a:pPr>
              <a:r>
                <a:rPr lang="de-DE" sz="1200" u="sng" dirty="0" err="1">
                  <a:solidFill>
                    <a:srgbClr val="00759E"/>
                  </a:solidFill>
                  <a:latin typeface="Arial Nova Light" panose="020B0304020202020204" pitchFamily="34" charset="0"/>
                </a:rPr>
                <a:t>How-to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rPr>
                <a:t> 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5"/>
                </a:rPr>
                <a:t>Vorlagen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rPr>
                <a:t> 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6"/>
                </a:rPr>
                <a:t>verwenden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11" name="Textfeld 10">
              <a:hlinkClick r:id="rId3"/>
              <a:extLst>
                <a:ext uri="{FF2B5EF4-FFF2-40B4-BE49-F238E27FC236}">
                  <a16:creationId xmlns:a16="http://schemas.microsoft.com/office/drawing/2014/main" id="{3F1F2396-A278-8F8E-0D0A-DED4D9AC39D6}"/>
                </a:ext>
              </a:extLst>
            </p:cNvPr>
            <p:cNvSpPr txBox="1"/>
            <p:nvPr/>
          </p:nvSpPr>
          <p:spPr>
            <a:xfrm>
              <a:off x="12445285" y="6428879"/>
              <a:ext cx="2258123" cy="307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3"/>
                </a:rPr>
                <a:t>Feedbackseite PPT-Vorlagen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</p:txBody>
        </p:sp>
      </p:grpSp>
      <p:sp>
        <p:nvSpPr>
          <p:cNvPr id="3" name="Titel 2">
            <a:extLst>
              <a:ext uri="{FF2B5EF4-FFF2-40B4-BE49-F238E27FC236}">
                <a16:creationId xmlns:a16="http://schemas.microsoft.com/office/drawing/2014/main" id="{489F363D-3708-237A-DCD1-C94860BC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5B03B367-171A-0DF8-87FC-AB36E71913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57636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F5E8-4278-19C0-406A-A51665DF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B4446F6-D7A7-5D66-697A-C4DB8D255A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Weiteres Vorgehen der nächsten Wochen beschreiben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69AE291-F811-FD1B-0328-63E19EBAD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</p:spTree>
    <p:extLst>
      <p:ext uri="{BB962C8B-B14F-4D97-AF65-F5344CB8AC3E}">
        <p14:creationId xmlns:p14="http://schemas.microsoft.com/office/powerpoint/2010/main" val="3072428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CC965-EA9D-8585-B3C4-641656EBA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4B476CA-FB09-8EA6-3BC5-7E7AE2F73FA8}"/>
              </a:ext>
            </a:extLst>
          </p:cNvPr>
          <p:cNvGrpSpPr/>
          <p:nvPr/>
        </p:nvGrpSpPr>
        <p:grpSpPr>
          <a:xfrm>
            <a:off x="12317462" y="4785404"/>
            <a:ext cx="2385946" cy="2078952"/>
            <a:chOff x="12317462" y="4785404"/>
            <a:chExt cx="2385946" cy="2078952"/>
          </a:xfrm>
        </p:grpSpPr>
        <p:sp>
          <p:nvSpPr>
            <p:cNvPr id="5" name="Rectangle: Rounded Corners 86">
              <a:hlinkClick r:id="rId3"/>
              <a:extLst>
                <a:ext uri="{FF2B5EF4-FFF2-40B4-BE49-F238E27FC236}">
                  <a16:creationId xmlns:a16="http://schemas.microsoft.com/office/drawing/2014/main" id="{419303D2-C91B-6E65-8BE8-62B367D38604}"/>
                </a:ext>
              </a:extLst>
            </p:cNvPr>
            <p:cNvSpPr/>
            <p:nvPr/>
          </p:nvSpPr>
          <p:spPr>
            <a:xfrm>
              <a:off x="12326985" y="6317946"/>
              <a:ext cx="2370322" cy="546410"/>
            </a:xfrm>
            <a:prstGeom prst="roundRect">
              <a:avLst>
                <a:gd name="adj" fmla="val 9949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" name="Rectangle: Rounded Corners 86">
              <a:hlinkClick r:id="rId4"/>
              <a:extLst>
                <a:ext uri="{FF2B5EF4-FFF2-40B4-BE49-F238E27FC236}">
                  <a16:creationId xmlns:a16="http://schemas.microsoft.com/office/drawing/2014/main" id="{F39CADA3-A9E3-CD9D-10A7-B53CCFEB8468}"/>
                </a:ext>
              </a:extLst>
            </p:cNvPr>
            <p:cNvSpPr/>
            <p:nvPr/>
          </p:nvSpPr>
          <p:spPr>
            <a:xfrm>
              <a:off x="12317462" y="4785404"/>
              <a:ext cx="2370088" cy="750398"/>
            </a:xfrm>
            <a:prstGeom prst="roundRect">
              <a:avLst>
                <a:gd name="adj" fmla="val 539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8" name="Textfeld 7">
              <a:hlinkClick r:id="rId4"/>
              <a:extLst>
                <a:ext uri="{FF2B5EF4-FFF2-40B4-BE49-F238E27FC236}">
                  <a16:creationId xmlns:a16="http://schemas.microsoft.com/office/drawing/2014/main" id="{D807B1E7-8BBE-D6B0-44D3-9F215EFE22FA}"/>
                </a:ext>
              </a:extLst>
            </p:cNvPr>
            <p:cNvSpPr txBox="1"/>
            <p:nvPr/>
          </p:nvSpPr>
          <p:spPr>
            <a:xfrm>
              <a:off x="12448441" y="4917680"/>
              <a:ext cx="21209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de-DE" sz="1200" dirty="0">
                  <a:latin typeface="Arial Nova Light" panose="020B0304020202020204" pitchFamily="34" charset="0"/>
                </a:rPr>
                <a:t>Unsere Bilder und Icons:</a:t>
              </a:r>
            </a:p>
            <a:p>
              <a:pPr algn="l"/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media.doubleslash.de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  <a:p>
              <a:pPr algn="l"/>
              <a:endParaRPr lang="de-DE" sz="1200" u="sng" dirty="0">
                <a:solidFill>
                  <a:schemeClr val="tx2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9" name="Rectangle: Rounded Corners 86">
              <a:hlinkClick r:id="rId5"/>
              <a:extLst>
                <a:ext uri="{FF2B5EF4-FFF2-40B4-BE49-F238E27FC236}">
                  <a16:creationId xmlns:a16="http://schemas.microsoft.com/office/drawing/2014/main" id="{9EDC6344-F976-85DA-4326-D17BA31C6871}"/>
                </a:ext>
              </a:extLst>
            </p:cNvPr>
            <p:cNvSpPr/>
            <p:nvPr/>
          </p:nvSpPr>
          <p:spPr>
            <a:xfrm>
              <a:off x="12326985" y="5653669"/>
              <a:ext cx="2370322" cy="546410"/>
            </a:xfrm>
            <a:prstGeom prst="roundRect">
              <a:avLst>
                <a:gd name="adj" fmla="val 9949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Textfeld 9">
              <a:hlinkClick r:id="rId5"/>
              <a:extLst>
                <a:ext uri="{FF2B5EF4-FFF2-40B4-BE49-F238E27FC236}">
                  <a16:creationId xmlns:a16="http://schemas.microsoft.com/office/drawing/2014/main" id="{A6BCA66A-4CD3-F195-61E6-C98B6B3623A8}"/>
                </a:ext>
              </a:extLst>
            </p:cNvPr>
            <p:cNvSpPr txBox="1"/>
            <p:nvPr/>
          </p:nvSpPr>
          <p:spPr>
            <a:xfrm>
              <a:off x="12457963" y="5759407"/>
              <a:ext cx="2205890" cy="307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  <a:spcAft>
                  <a:spcPts val="600"/>
                </a:spcAft>
              </a:pPr>
              <a:r>
                <a:rPr lang="de-DE" sz="1200" u="sng" dirty="0" err="1">
                  <a:solidFill>
                    <a:srgbClr val="00759E"/>
                  </a:solidFill>
                  <a:latin typeface="Arial Nova Light" panose="020B0304020202020204" pitchFamily="34" charset="0"/>
                </a:rPr>
                <a:t>How-to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rPr>
                <a:t> 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5"/>
                </a:rPr>
                <a:t>Vorlagen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rPr>
                <a:t> </a:t>
              </a: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6"/>
                </a:rPr>
                <a:t>verwenden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11" name="Textfeld 10">
              <a:hlinkClick r:id="rId3"/>
              <a:extLst>
                <a:ext uri="{FF2B5EF4-FFF2-40B4-BE49-F238E27FC236}">
                  <a16:creationId xmlns:a16="http://schemas.microsoft.com/office/drawing/2014/main" id="{8EB21959-8971-0F96-C9FC-630983056D68}"/>
                </a:ext>
              </a:extLst>
            </p:cNvPr>
            <p:cNvSpPr txBox="1"/>
            <p:nvPr/>
          </p:nvSpPr>
          <p:spPr>
            <a:xfrm>
              <a:off x="12445285" y="6428879"/>
              <a:ext cx="2258123" cy="307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  <a:hlinkClick r:id="rId3"/>
                </a:rPr>
                <a:t>Feedbackseite PPT-Vorlagen</a:t>
              </a:r>
              <a:endParaRPr lang="de-DE" sz="1200" u="sng" dirty="0">
                <a:solidFill>
                  <a:srgbClr val="00759E"/>
                </a:solidFill>
                <a:latin typeface="Arial Nova Light" panose="020B0304020202020204" pitchFamily="34" charset="0"/>
              </a:endParaRPr>
            </a:p>
          </p:txBody>
        </p:sp>
      </p:grpSp>
      <p:sp>
        <p:nvSpPr>
          <p:cNvPr id="3" name="Titel 2">
            <a:extLst>
              <a:ext uri="{FF2B5EF4-FFF2-40B4-BE49-F238E27FC236}">
                <a16:creationId xmlns:a16="http://schemas.microsoft.com/office/drawing/2014/main" id="{83973012-54F8-C0EA-A11F-F4545F36F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Fragen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E54FA03E-0608-2037-B15C-2EE89A6814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325243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08E73AA-42A4-3443-BEAA-A41F9AA2D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429000"/>
            <a:ext cx="12192000" cy="16732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de-DE" sz="9000" dirty="0" err="1">
                <a:solidFill>
                  <a:srgbClr val="7A7B7A"/>
                </a:solidFill>
                <a:latin typeface="Arial Nova Light" panose="020B0304020202020204" pitchFamily="34" charset="0"/>
              </a:rPr>
              <a:t>Together</a:t>
            </a:r>
            <a:r>
              <a:rPr lang="de-DE" sz="9000" dirty="0">
                <a:solidFill>
                  <a:srgbClr val="7A7B7A"/>
                </a:solidFill>
                <a:latin typeface="Arial Nova Light" panose="020B0304020202020204" pitchFamily="34" charset="0"/>
              </a:rPr>
              <a:t>.</a:t>
            </a:r>
          </a:p>
        </p:txBody>
      </p:sp>
      <p:sp>
        <p:nvSpPr>
          <p:cNvPr id="4" name="Titel 2">
            <a:extLst>
              <a:ext uri="{FF2B5EF4-FFF2-40B4-BE49-F238E27FC236}">
                <a16:creationId xmlns:a16="http://schemas.microsoft.com/office/drawing/2014/main" id="{BF09FFB3-1167-684C-891E-E8CD3906648B}"/>
              </a:ext>
            </a:extLst>
          </p:cNvPr>
          <p:cNvSpPr txBox="1">
            <a:spLocks/>
          </p:cNvSpPr>
          <p:nvPr/>
        </p:nvSpPr>
        <p:spPr>
          <a:xfrm>
            <a:off x="1272223" y="6312468"/>
            <a:ext cx="9668335" cy="373284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rtlCol="0" anchor="ctr"/>
          <a:lstStyle>
            <a:lvl1pPr algn="l" defTabSz="914400" rtl="0" eaLnBrk="1" latinLnBrk="0" hangingPunct="1">
              <a:spcBef>
                <a:spcPct val="0"/>
              </a:spcBef>
              <a:buNone/>
              <a:defRPr lang="de-DE" sz="3000" b="0" i="0" kern="1200">
                <a:solidFill>
                  <a:schemeClr val="dk1"/>
                </a:solidFill>
                <a:latin typeface="Arial Nova Light" panose="020B03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chemeClr val="accent5"/>
                </a:solidFill>
              </a:rPr>
              <a:t>Max </a:t>
            </a:r>
            <a:r>
              <a:rPr lang="en-US" sz="1400" dirty="0" err="1">
                <a:solidFill>
                  <a:schemeClr val="accent5"/>
                </a:solidFill>
              </a:rPr>
              <a:t>Mustermann</a:t>
            </a:r>
            <a:r>
              <a:rPr lang="en-US" sz="1400" dirty="0">
                <a:solidFill>
                  <a:schemeClr val="accent5"/>
                </a:solidFill>
              </a:rPr>
              <a:t> </a:t>
            </a:r>
            <a:r>
              <a:rPr lang="de-DE" sz="1400" dirty="0">
                <a:solidFill>
                  <a:schemeClr val="accent5"/>
                </a:solidFill>
              </a:rPr>
              <a:t>| Senior Consultant | max.mustermann@doubleslash.de </a:t>
            </a:r>
            <a:r>
              <a:rPr lang="en-US" sz="1400" dirty="0">
                <a:solidFill>
                  <a:schemeClr val="accent5"/>
                </a:solidFill>
              </a:rPr>
              <a:t> </a:t>
            </a:r>
          </a:p>
        </p:txBody>
      </p:sp>
      <p:sp>
        <p:nvSpPr>
          <p:cNvPr id="6" name="Titel 2">
            <a:extLst>
              <a:ext uri="{FF2B5EF4-FFF2-40B4-BE49-F238E27FC236}">
                <a16:creationId xmlns:a16="http://schemas.microsoft.com/office/drawing/2014/main" id="{C6BB371A-2691-2843-AF76-CF92558CE2C4}"/>
              </a:ext>
            </a:extLst>
          </p:cNvPr>
          <p:cNvSpPr txBox="1">
            <a:spLocks/>
          </p:cNvSpPr>
          <p:nvPr/>
        </p:nvSpPr>
        <p:spPr>
          <a:xfrm>
            <a:off x="0" y="2911938"/>
            <a:ext cx="12021312" cy="54854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 MT Std Light" panose="020B0302030403020204" pitchFamily="34" charset="0"/>
                <a:ea typeface="+mj-ea"/>
                <a:cs typeface="+mj-cs"/>
              </a:defRPr>
            </a:lvl1pPr>
          </a:lstStyle>
          <a:p>
            <a:r>
              <a:rPr lang="de-DE" sz="2800" dirty="0" err="1">
                <a:latin typeface="Arial Nova Light" panose="020B0304020202020204" pitchFamily="34" charset="0"/>
              </a:rPr>
              <a:t>Let‘s</a:t>
            </a:r>
            <a:r>
              <a:rPr lang="de-DE" sz="2800" dirty="0">
                <a:latin typeface="Arial Nova Light" panose="020B0304020202020204" pitchFamily="34" charset="0"/>
              </a:rPr>
              <a:t> </a:t>
            </a:r>
            <a:r>
              <a:rPr lang="de-DE" sz="2800" dirty="0" err="1">
                <a:latin typeface="Arial Nova Light" panose="020B0304020202020204" pitchFamily="34" charset="0"/>
              </a:rPr>
              <a:t>create</a:t>
            </a:r>
            <a:r>
              <a:rPr lang="de-DE" sz="2800" dirty="0">
                <a:latin typeface="Arial Nova Light" panose="020B0304020202020204" pitchFamily="34" charset="0"/>
              </a:rPr>
              <a:t> </a:t>
            </a:r>
            <a:r>
              <a:rPr lang="de-DE" sz="2800" dirty="0" err="1">
                <a:latin typeface="Arial Nova Light" panose="020B0304020202020204" pitchFamily="34" charset="0"/>
              </a:rPr>
              <a:t>value</a:t>
            </a:r>
            <a:r>
              <a:rPr lang="de-DE" sz="2800" dirty="0">
                <a:latin typeface="Arial Nova Light" panose="020B0304020202020204" pitchFamily="34" charset="0"/>
              </a:rPr>
              <a:t>.</a:t>
            </a:r>
            <a:endParaRPr lang="de-DE" sz="9000" dirty="0">
              <a:latin typeface="Arial Nova Light" panose="020B0304020202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7D6A976-65EF-4BC3-9E13-45D2C000EB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80603">
            <a:off x="7306759" y="446577"/>
            <a:ext cx="4783144" cy="2387348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D4495F0A-FE1B-BB67-EC9F-316F7746C544}"/>
              </a:ext>
            </a:extLst>
          </p:cNvPr>
          <p:cNvGrpSpPr/>
          <p:nvPr/>
        </p:nvGrpSpPr>
        <p:grpSpPr>
          <a:xfrm>
            <a:off x="12317462" y="4785554"/>
            <a:ext cx="2385946" cy="2078802"/>
            <a:chOff x="12317462" y="4785554"/>
            <a:chExt cx="2385946" cy="2078802"/>
          </a:xfrm>
        </p:grpSpPr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C5C73225-D8F4-A10D-0940-C83AF49DCAD8}"/>
                </a:ext>
              </a:extLst>
            </p:cNvPr>
            <p:cNvGrpSpPr/>
            <p:nvPr userDrawn="1"/>
          </p:nvGrpSpPr>
          <p:grpSpPr>
            <a:xfrm>
              <a:off x="12317462" y="4785554"/>
              <a:ext cx="2370088" cy="778607"/>
              <a:chOff x="12317462" y="-10160"/>
              <a:chExt cx="2370088" cy="778607"/>
            </a:xfrm>
          </p:grpSpPr>
          <p:sp>
            <p:nvSpPr>
              <p:cNvPr id="15" name="Rectangle: Rounded Corners 86">
                <a:hlinkClick r:id="rId4"/>
                <a:extLst>
                  <a:ext uri="{FF2B5EF4-FFF2-40B4-BE49-F238E27FC236}">
                    <a16:creationId xmlns:a16="http://schemas.microsoft.com/office/drawing/2014/main" id="{B292ADFD-D1D1-5F2B-4FEA-776AE64125C3}"/>
                  </a:ext>
                </a:extLst>
              </p:cNvPr>
              <p:cNvSpPr/>
              <p:nvPr userDrawn="1"/>
            </p:nvSpPr>
            <p:spPr>
              <a:xfrm>
                <a:off x="12317462" y="-10160"/>
                <a:ext cx="2370088" cy="750398"/>
              </a:xfrm>
              <a:prstGeom prst="roundRect">
                <a:avLst>
                  <a:gd name="adj" fmla="val 5395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" name="Textfeld 15">
                <a:hlinkClick r:id="rId4"/>
                <a:extLst>
                  <a:ext uri="{FF2B5EF4-FFF2-40B4-BE49-F238E27FC236}">
                    <a16:creationId xmlns:a16="http://schemas.microsoft.com/office/drawing/2014/main" id="{449ACE53-7F0B-91D5-BBEB-058E9DB5EE44}"/>
                  </a:ext>
                </a:extLst>
              </p:cNvPr>
              <p:cNvSpPr txBox="1"/>
              <p:nvPr userDrawn="1"/>
            </p:nvSpPr>
            <p:spPr>
              <a:xfrm>
                <a:off x="12448441" y="122116"/>
                <a:ext cx="21209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de-DE" sz="1200" dirty="0">
                    <a:latin typeface="Arial Nova Light" panose="020B0304020202020204" pitchFamily="34" charset="0"/>
                  </a:rPr>
                  <a:t>Unsere Bilder und Icons:</a:t>
                </a:r>
              </a:p>
              <a:p>
                <a:pPr algn="l"/>
                <a:r>
                  <a:rPr lang="de-DE" sz="1200" u="sng" dirty="0">
                    <a:solidFill>
                      <a:srgbClr val="00759E"/>
                    </a:solidFill>
                    <a:latin typeface="Arial Nova Light" panose="020B0304020202020204" pitchFamily="34" charset="0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media.doubleslash.de</a:t>
                </a:r>
                <a:endPara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endParaRPr>
              </a:p>
              <a:p>
                <a:pPr algn="l"/>
                <a:endParaRPr lang="de-DE" sz="1200" u="sng" dirty="0">
                  <a:solidFill>
                    <a:schemeClr val="tx2"/>
                  </a:solidFill>
                  <a:latin typeface="Arial Nova Light" panose="020B0304020202020204" pitchFamily="34" charset="0"/>
                </a:endParaRPr>
              </a:p>
            </p:txBody>
          </p:sp>
        </p:grp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F25D311F-99F8-4C3B-FB98-D30D4AE03079}"/>
                </a:ext>
              </a:extLst>
            </p:cNvPr>
            <p:cNvGrpSpPr/>
            <p:nvPr userDrawn="1"/>
          </p:nvGrpSpPr>
          <p:grpSpPr>
            <a:xfrm>
              <a:off x="12326985" y="5653669"/>
              <a:ext cx="2370322" cy="546410"/>
              <a:chOff x="12326985" y="5653669"/>
              <a:chExt cx="2370322" cy="546410"/>
            </a:xfrm>
          </p:grpSpPr>
          <p:sp>
            <p:nvSpPr>
              <p:cNvPr id="13" name="Rectangle: Rounded Corners 86">
                <a:hlinkClick r:id="rId5"/>
                <a:extLst>
                  <a:ext uri="{FF2B5EF4-FFF2-40B4-BE49-F238E27FC236}">
                    <a16:creationId xmlns:a16="http://schemas.microsoft.com/office/drawing/2014/main" id="{4F7E73F5-F73C-9082-B3C4-E3811B1849F7}"/>
                  </a:ext>
                </a:extLst>
              </p:cNvPr>
              <p:cNvSpPr/>
              <p:nvPr userDrawn="1"/>
            </p:nvSpPr>
            <p:spPr>
              <a:xfrm>
                <a:off x="12326985" y="5653669"/>
                <a:ext cx="2370322" cy="546410"/>
              </a:xfrm>
              <a:prstGeom prst="roundRect">
                <a:avLst>
                  <a:gd name="adj" fmla="val 9949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" name="Textfeld 13">
                <a:hlinkClick r:id="rId5"/>
                <a:extLst>
                  <a:ext uri="{FF2B5EF4-FFF2-40B4-BE49-F238E27FC236}">
                    <a16:creationId xmlns:a16="http://schemas.microsoft.com/office/drawing/2014/main" id="{F157595B-8F6D-64D0-894E-207F166B95DD}"/>
                  </a:ext>
                </a:extLst>
              </p:cNvPr>
              <p:cNvSpPr txBox="1"/>
              <p:nvPr userDrawn="1"/>
            </p:nvSpPr>
            <p:spPr>
              <a:xfrm>
                <a:off x="12457963" y="5759407"/>
                <a:ext cx="2205890" cy="307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600"/>
                  </a:spcAft>
                </a:pPr>
                <a:r>
                  <a:rPr lang="de-DE" sz="1200" u="sng" dirty="0" err="1">
                    <a:solidFill>
                      <a:srgbClr val="00759E"/>
                    </a:solidFill>
                    <a:latin typeface="Arial Nova Light" panose="020B0304020202020204" pitchFamily="34" charset="0"/>
                  </a:rPr>
                  <a:t>How-to</a:t>
                </a:r>
                <a:r>
                  <a:rPr lang="de-DE" sz="1200" u="sng" dirty="0">
                    <a:solidFill>
                      <a:srgbClr val="00759E"/>
                    </a:solidFill>
                    <a:latin typeface="Arial Nova Light" panose="020B0304020202020204" pitchFamily="34" charset="0"/>
                  </a:rPr>
                  <a:t> </a:t>
                </a:r>
                <a:r>
                  <a:rPr lang="de-DE" sz="1200" u="sng" dirty="0">
                    <a:solidFill>
                      <a:srgbClr val="00759E"/>
                    </a:solidFill>
                    <a:latin typeface="Arial Nova Light" panose="020B0304020202020204" pitchFamily="34" charset="0"/>
                    <a:hlinkClick r:id="rId5"/>
                  </a:rPr>
                  <a:t>Vorlagen</a:t>
                </a:r>
                <a:r>
                  <a:rPr lang="de-DE" sz="1200" u="sng" dirty="0">
                    <a:solidFill>
                      <a:srgbClr val="00759E"/>
                    </a:solidFill>
                    <a:latin typeface="Arial Nova Light" panose="020B0304020202020204" pitchFamily="34" charset="0"/>
                  </a:rPr>
                  <a:t> </a:t>
                </a:r>
                <a:r>
                  <a:rPr lang="de-DE" sz="1200" u="sng" dirty="0">
                    <a:solidFill>
                      <a:srgbClr val="00759E"/>
                    </a:solidFill>
                    <a:latin typeface="Arial Nova Light" panose="020B0304020202020204" pitchFamily="34" charset="0"/>
                    <a:hlinkClick r:id="rId6"/>
                  </a:rPr>
                  <a:t>verwenden</a:t>
                </a:r>
                <a:endPara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endParaRPr>
              </a:p>
            </p:txBody>
          </p:sp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AEACA3EA-B337-C15C-1938-461302318A60}"/>
                </a:ext>
              </a:extLst>
            </p:cNvPr>
            <p:cNvGrpSpPr/>
            <p:nvPr userDrawn="1"/>
          </p:nvGrpSpPr>
          <p:grpSpPr>
            <a:xfrm>
              <a:off x="12326985" y="6317946"/>
              <a:ext cx="2376423" cy="546410"/>
              <a:chOff x="12326985" y="6317946"/>
              <a:chExt cx="2376423" cy="546410"/>
            </a:xfrm>
          </p:grpSpPr>
          <p:sp>
            <p:nvSpPr>
              <p:cNvPr id="11" name="Rectangle: Rounded Corners 86">
                <a:hlinkClick r:id="rId7"/>
                <a:extLst>
                  <a:ext uri="{FF2B5EF4-FFF2-40B4-BE49-F238E27FC236}">
                    <a16:creationId xmlns:a16="http://schemas.microsoft.com/office/drawing/2014/main" id="{C5914FA5-BCF6-B71C-0D91-8FBACE5494DF}"/>
                  </a:ext>
                </a:extLst>
              </p:cNvPr>
              <p:cNvSpPr/>
              <p:nvPr userDrawn="1"/>
            </p:nvSpPr>
            <p:spPr>
              <a:xfrm>
                <a:off x="12326985" y="6317946"/>
                <a:ext cx="2370322" cy="546410"/>
              </a:xfrm>
              <a:prstGeom prst="roundRect">
                <a:avLst>
                  <a:gd name="adj" fmla="val 9949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" name="Textfeld 11">
                <a:hlinkClick r:id="rId7"/>
                <a:extLst>
                  <a:ext uri="{FF2B5EF4-FFF2-40B4-BE49-F238E27FC236}">
                    <a16:creationId xmlns:a16="http://schemas.microsoft.com/office/drawing/2014/main" id="{77BCA07D-15BE-C1C8-256F-0F23D866A40F}"/>
                  </a:ext>
                </a:extLst>
              </p:cNvPr>
              <p:cNvSpPr txBox="1"/>
              <p:nvPr userDrawn="1"/>
            </p:nvSpPr>
            <p:spPr>
              <a:xfrm>
                <a:off x="12445285" y="6428879"/>
                <a:ext cx="2258123" cy="307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600"/>
                  </a:spcAft>
                </a:pPr>
                <a:r>
                  <a:rPr lang="de-DE" sz="1200" u="sng" dirty="0">
                    <a:solidFill>
                      <a:srgbClr val="00759E"/>
                    </a:solidFill>
                    <a:latin typeface="Arial Nova Light" panose="020B0304020202020204" pitchFamily="34" charset="0"/>
                    <a:hlinkClick r:id="rId7"/>
                  </a:rPr>
                  <a:t>Feedbackseite PPT-Vorlagen</a:t>
                </a:r>
                <a:endParaRPr lang="de-DE" sz="1200" u="sng" dirty="0">
                  <a:solidFill>
                    <a:srgbClr val="00759E"/>
                  </a:solidFill>
                  <a:latin typeface="Arial Nova Light" panose="020B03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0695892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">
  <a:themeElements>
    <a:clrScheme name="doubleslash - light mode">
      <a:dk1>
        <a:srgbClr val="000000"/>
      </a:dk1>
      <a:lt1>
        <a:srgbClr val="FFFFFF"/>
      </a:lt1>
      <a:dk2>
        <a:srgbClr val="484848"/>
      </a:dk2>
      <a:lt2>
        <a:srgbClr val="F9F9F9"/>
      </a:lt2>
      <a:accent1>
        <a:srgbClr val="00A5E1"/>
      </a:accent1>
      <a:accent2>
        <a:srgbClr val="EEF8FE"/>
      </a:accent2>
      <a:accent3>
        <a:srgbClr val="D7E9F3"/>
      </a:accent3>
      <a:accent4>
        <a:srgbClr val="C6C6C6"/>
      </a:accent4>
      <a:accent5>
        <a:srgbClr val="6D6D6D"/>
      </a:accent5>
      <a:accent6>
        <a:srgbClr val="EFEFEF"/>
      </a:accent6>
      <a:hlink>
        <a:srgbClr val="00759E"/>
      </a:hlink>
      <a:folHlink>
        <a:srgbClr val="00759E"/>
      </a:folHlink>
    </a:clrScheme>
    <a:fontScheme name="doubleSlash Schriften Präsentationen V2.1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A5E1"/>
        </a:solidFill>
        <a:ln>
          <a:noFill/>
        </a:ln>
        <a:effectLst>
          <a:outerShdw blurRad="254000" sx="102000" sy="102000" algn="ctr" rotWithShape="0">
            <a:prstClr val="black">
              <a:alpha val="10000"/>
            </a:prstClr>
          </a:outerShdw>
        </a:effectLst>
      </a:spPr>
      <a:bodyPr lIns="90000" tIns="0" rIns="90000" bIns="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a:style>
    </a:spDef>
    <a:lnDef>
      <a:spPr>
        <a:ln w="19050">
          <a:solidFill>
            <a:srgbClr val="6D6D6D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6" id="{A48FBDB1-701B-494B-B0E6-5528308C6948}" vid="{ACA4E071-7A81-0A49-970E-8EB1EBECDB1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7FA6FE-B160-6A43-9016-DBF4DC932023}">
  <we:reference id="e02a1427-5d2f-4d92-a9e1-e305bd1fdf45" version="1.0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8B3661A919D7489F3B808219E34CB2" ma:contentTypeVersion="2" ma:contentTypeDescription="Create a new document." ma:contentTypeScope="" ma:versionID="3a44713ab63e6ff436399495475c6d5a">
  <xsd:schema xmlns:xsd="http://www.w3.org/2001/XMLSchema" xmlns:xs="http://www.w3.org/2001/XMLSchema" xmlns:p="http://schemas.microsoft.com/office/2006/metadata/properties" xmlns:ns2="8426fa8f-0db7-44dc-878a-add8b32198a9" targetNamespace="http://schemas.microsoft.com/office/2006/metadata/properties" ma:root="true" ma:fieldsID="81275cd016c01fcfb586586e53f7e786" ns2:_="">
    <xsd:import namespace="8426fa8f-0db7-44dc-878a-add8b32198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26fa8f-0db7-44dc-878a-add8b32198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82433F-6CA2-4C37-AAE2-77C08C2290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74AB8F-2346-45CB-AE00-8B8591AC020E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8426fa8f-0db7-44dc-878a-add8b32198a9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0CB7FB2-64F0-4948-993C-763B9B7B3F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26fa8f-0db7-44dc-878a-add8b32198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doubleSlash Reporting</Template>
  <TotalTime>0</TotalTime>
  <Words>371</Words>
  <Application>Microsoft Office PowerPoint</Application>
  <PresentationFormat>Breitbild</PresentationFormat>
  <Paragraphs>91</Paragraphs>
  <Slides>16</Slides>
  <Notes>9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Arial Nova</vt:lpstr>
      <vt:lpstr>Arial Nova Light</vt:lpstr>
      <vt:lpstr>Arial</vt:lpstr>
      <vt:lpstr>Helvetica Neue Bold</vt:lpstr>
      <vt:lpstr>1_Office</vt:lpstr>
      <vt:lpstr>Design-Guideline </vt:lpstr>
      <vt:lpstr>PowerPoint-Präsentation</vt:lpstr>
      <vt:lpstr>PowerPoint-Präsentation</vt:lpstr>
      <vt:lpstr>Projektübersicht</vt:lpstr>
      <vt:lpstr>Projektübersicht</vt:lpstr>
      <vt:lpstr>Projektauftrag(ATAC)</vt:lpstr>
      <vt:lpstr>Projektteam</vt:lpstr>
      <vt:lpstr>Projektteam</vt:lpstr>
      <vt:lpstr>Projektmeetings</vt:lpstr>
      <vt:lpstr>Ziele und Meilensteine</vt:lpstr>
      <vt:lpstr>Projektziele</vt:lpstr>
      <vt:lpstr>Meilensteine</vt:lpstr>
      <vt:lpstr>Nächste Schritte</vt:lpstr>
      <vt:lpstr>Nächste Schritte</vt:lpstr>
      <vt:lpstr>Fragen</vt:lpstr>
      <vt:lpstr>Together.</vt:lpstr>
    </vt:vector>
  </TitlesOfParts>
  <Company>doubleSlash Net-Business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Gaiser</dc:creator>
  <cp:lastModifiedBy>Florian Gaiser</cp:lastModifiedBy>
  <cp:revision>2</cp:revision>
  <cp:lastPrinted>2021-07-21T14:11:50Z</cp:lastPrinted>
  <dcterms:created xsi:type="dcterms:W3CDTF">2026-02-25T13:25:12Z</dcterms:created>
  <dcterms:modified xsi:type="dcterms:W3CDTF">2026-02-25T16:31:18Z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0x010100098B3661A919D7489F3B808219E34CB2</vt:lpwstr>
  </property>
</Properties>
</file>